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dia Flores" userId="c8fee04bdb30f278" providerId="Windows Live" clId="Web-{BF8BA3E0-7D44-B78E-09AC-A9EB8D089F50}"/>
    <pc:docChg chg="modSld">
      <pc:chgData name="India Flores" userId="c8fee04bdb30f278" providerId="Windows Live" clId="Web-{BF8BA3E0-7D44-B78E-09AC-A9EB8D089F50}" dt="2025-12-12T22:02:12.584" v="429" actId="20577"/>
      <pc:docMkLst>
        <pc:docMk/>
      </pc:docMkLst>
      <pc:sldChg chg="modSp">
        <pc:chgData name="India Flores" userId="c8fee04bdb30f278" providerId="Windows Live" clId="Web-{BF8BA3E0-7D44-B78E-09AC-A9EB8D089F50}" dt="2025-12-12T21:52:08.707" v="67" actId="20577"/>
        <pc:sldMkLst>
          <pc:docMk/>
          <pc:sldMk cId="109857222" sldId="256"/>
        </pc:sldMkLst>
        <pc:spChg chg="mod">
          <ac:chgData name="India Flores" userId="c8fee04bdb30f278" providerId="Windows Live" clId="Web-{BF8BA3E0-7D44-B78E-09AC-A9EB8D089F50}" dt="2025-12-12T21:52:08.707" v="67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India Flores" userId="c8fee04bdb30f278" providerId="Windows Live" clId="Web-{BF8BA3E0-7D44-B78E-09AC-A9EB8D089F50}" dt="2025-12-12T21:53:12.052" v="109" actId="20577"/>
        <pc:sldMkLst>
          <pc:docMk/>
          <pc:sldMk cId="1904888746" sldId="257"/>
        </pc:sldMkLst>
        <pc:spChg chg="mod">
          <ac:chgData name="India Flores" userId="c8fee04bdb30f278" providerId="Windows Live" clId="Web-{BF8BA3E0-7D44-B78E-09AC-A9EB8D089F50}" dt="2025-12-12T21:53:12.052" v="109" actId="20577"/>
          <ac:spMkLst>
            <pc:docMk/>
            <pc:sldMk cId="1904888746" sldId="257"/>
            <ac:spMk id="3" creationId="{AE822217-2B90-BE89-D686-7615657972EE}"/>
          </ac:spMkLst>
        </pc:spChg>
      </pc:sldChg>
      <pc:sldChg chg="modSp">
        <pc:chgData name="India Flores" userId="c8fee04bdb30f278" providerId="Windows Live" clId="Web-{BF8BA3E0-7D44-B78E-09AC-A9EB8D089F50}" dt="2025-12-12T21:55:21.931" v="157" actId="20577"/>
        <pc:sldMkLst>
          <pc:docMk/>
          <pc:sldMk cId="2506755124" sldId="258"/>
        </pc:sldMkLst>
        <pc:spChg chg="mod">
          <ac:chgData name="India Flores" userId="c8fee04bdb30f278" providerId="Windows Live" clId="Web-{BF8BA3E0-7D44-B78E-09AC-A9EB8D089F50}" dt="2025-12-12T21:55:21.931" v="157" actId="20577"/>
          <ac:spMkLst>
            <pc:docMk/>
            <pc:sldMk cId="2506755124" sldId="258"/>
            <ac:spMk id="6" creationId="{0D024474-5C51-E83B-8B3D-7EA0CCAFB22F}"/>
          </ac:spMkLst>
        </pc:spChg>
      </pc:sldChg>
      <pc:sldChg chg="modSp">
        <pc:chgData name="India Flores" userId="c8fee04bdb30f278" providerId="Windows Live" clId="Web-{BF8BA3E0-7D44-B78E-09AC-A9EB8D089F50}" dt="2025-12-12T21:59:09.030" v="335" actId="20577"/>
        <pc:sldMkLst>
          <pc:docMk/>
          <pc:sldMk cId="3503569945" sldId="261"/>
        </pc:sldMkLst>
        <pc:spChg chg="mod">
          <ac:chgData name="India Flores" userId="c8fee04bdb30f278" providerId="Windows Live" clId="Web-{BF8BA3E0-7D44-B78E-09AC-A9EB8D089F50}" dt="2025-12-12T21:59:09.030" v="335" actId="20577"/>
          <ac:spMkLst>
            <pc:docMk/>
            <pc:sldMk cId="3503569945" sldId="261"/>
            <ac:spMk id="5" creationId="{EC51E50D-2D42-1514-0F55-86557882CA96}"/>
          </ac:spMkLst>
        </pc:spChg>
      </pc:sldChg>
      <pc:sldChg chg="modSp">
        <pc:chgData name="India Flores" userId="c8fee04bdb30f278" providerId="Windows Live" clId="Web-{BF8BA3E0-7D44-B78E-09AC-A9EB8D089F50}" dt="2025-12-12T22:00:01.897" v="385" actId="20577"/>
        <pc:sldMkLst>
          <pc:docMk/>
          <pc:sldMk cId="2581060628" sldId="262"/>
        </pc:sldMkLst>
        <pc:spChg chg="mod">
          <ac:chgData name="India Flores" userId="c8fee04bdb30f278" providerId="Windows Live" clId="Web-{BF8BA3E0-7D44-B78E-09AC-A9EB8D089F50}" dt="2025-12-12T22:00:01.897" v="385" actId="20577"/>
          <ac:spMkLst>
            <pc:docMk/>
            <pc:sldMk cId="2581060628" sldId="262"/>
            <ac:spMk id="5" creationId="{952ED59B-D498-8DE1-BD44-E306665C50DE}"/>
          </ac:spMkLst>
        </pc:spChg>
      </pc:sldChg>
      <pc:sldChg chg="modSp">
        <pc:chgData name="India Flores" userId="c8fee04bdb30f278" providerId="Windows Live" clId="Web-{BF8BA3E0-7D44-B78E-09AC-A9EB8D089F50}" dt="2025-12-12T22:01:05.698" v="390" actId="20577"/>
        <pc:sldMkLst>
          <pc:docMk/>
          <pc:sldMk cId="1253532890" sldId="263"/>
        </pc:sldMkLst>
        <pc:spChg chg="mod">
          <ac:chgData name="India Flores" userId="c8fee04bdb30f278" providerId="Windows Live" clId="Web-{BF8BA3E0-7D44-B78E-09AC-A9EB8D089F50}" dt="2025-12-12T22:01:05.698" v="390" actId="20577"/>
          <ac:spMkLst>
            <pc:docMk/>
            <pc:sldMk cId="1253532890" sldId="263"/>
            <ac:spMk id="6" creationId="{2C67E783-5C04-DA6F-2437-00800B377D72}"/>
          </ac:spMkLst>
        </pc:spChg>
      </pc:sldChg>
      <pc:sldChg chg="modSp">
        <pc:chgData name="India Flores" userId="c8fee04bdb30f278" providerId="Windows Live" clId="Web-{BF8BA3E0-7D44-B78E-09AC-A9EB8D089F50}" dt="2025-12-12T22:02:12.584" v="429" actId="20577"/>
        <pc:sldMkLst>
          <pc:docMk/>
          <pc:sldMk cId="3985206860" sldId="265"/>
        </pc:sldMkLst>
        <pc:spChg chg="mod">
          <ac:chgData name="India Flores" userId="c8fee04bdb30f278" providerId="Windows Live" clId="Web-{BF8BA3E0-7D44-B78E-09AC-A9EB8D089F50}" dt="2025-12-12T22:02:12.584" v="429" actId="20577"/>
          <ac:spMkLst>
            <pc:docMk/>
            <pc:sldMk cId="3985206860" sldId="265"/>
            <ac:spMk id="3" creationId="{620031FC-C9C5-87EF-3508-485C2177F06D}"/>
          </ac:spMkLst>
        </pc:spChg>
      </pc:sldChg>
    </pc:docChg>
  </pc:docChgLst>
  <pc:docChgLst>
    <pc:chgData name="India Flores" userId="c8fee04bdb30f278" providerId="Windows Live" clId="Web-{A3864614-4479-44B6-87C2-F9137E41A905}"/>
    <pc:docChg chg="addSld modSld sldOrd addMainMaster delMainMaster">
      <pc:chgData name="India Flores" userId="c8fee04bdb30f278" providerId="Windows Live" clId="Web-{A3864614-4479-44B6-87C2-F9137E41A905}" dt="2025-12-12T21:28:59.299" v="4171" actId="14100"/>
      <pc:docMkLst>
        <pc:docMk/>
      </pc:docMkLst>
      <pc:sldChg chg="addSp delSp modSp mod modClrScheme chgLayout">
        <pc:chgData name="India Flores" userId="c8fee04bdb30f278" providerId="Windows Live" clId="Web-{A3864614-4479-44B6-87C2-F9137E41A905}" dt="2025-12-12T18:29:12.243" v="273" actId="14100"/>
        <pc:sldMkLst>
          <pc:docMk/>
          <pc:sldMk cId="109857222" sldId="256"/>
        </pc:sldMkLst>
        <pc:spChg chg="mod">
          <ac:chgData name="India Flores" userId="c8fee04bdb30f278" providerId="Windows Live" clId="Web-{A3864614-4479-44B6-87C2-F9137E41A905}" dt="2025-12-12T18:28:32.770" v="26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India Flores" userId="c8fee04bdb30f278" providerId="Windows Live" clId="Web-{A3864614-4479-44B6-87C2-F9137E41A905}" dt="2025-12-12T18:28:50.459" v="270" actId="20577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India Flores" userId="c8fee04bdb30f278" providerId="Windows Live" clId="Web-{A3864614-4479-44B6-87C2-F9137E41A905}" dt="2025-12-12T18:29:12.243" v="273" actId="14100"/>
          <ac:spMkLst>
            <pc:docMk/>
            <pc:sldMk cId="109857222" sldId="256"/>
            <ac:spMk id="5" creationId="{EC41ABF0-3E75-F3E8-C4CD-F441253E74A8}"/>
          </ac:spMkLst>
        </pc:spChg>
        <pc:picChg chg="add mod ord">
          <ac:chgData name="India Flores" userId="c8fee04bdb30f278" providerId="Windows Live" clId="Web-{A3864614-4479-44B6-87C2-F9137E41A905}" dt="2025-12-12T18:16:20.532" v="47" actId="14100"/>
          <ac:picMkLst>
            <pc:docMk/>
            <pc:sldMk cId="109857222" sldId="256"/>
            <ac:picMk id="4" creationId="{47E53242-DBE6-5A87-D30C-F8947D7345FD}"/>
          </ac:picMkLst>
        </pc:picChg>
      </pc:sldChg>
      <pc:sldChg chg="addSp modSp new">
        <pc:chgData name="India Flores" userId="c8fee04bdb30f278" providerId="Windows Live" clId="Web-{A3864614-4479-44B6-87C2-F9137E41A905}" dt="2025-12-12T18:28:20.940" v="264" actId="1076"/>
        <pc:sldMkLst>
          <pc:docMk/>
          <pc:sldMk cId="1904888746" sldId="257"/>
        </pc:sldMkLst>
        <pc:spChg chg="mod">
          <ac:chgData name="India Flores" userId="c8fee04bdb30f278" providerId="Windows Live" clId="Web-{A3864614-4479-44B6-87C2-F9137E41A905}" dt="2025-12-12T18:22:44.276" v="142" actId="20577"/>
          <ac:spMkLst>
            <pc:docMk/>
            <pc:sldMk cId="1904888746" sldId="257"/>
            <ac:spMk id="2" creationId="{34EEE162-F0FE-A99D-F6B1-B958169934CC}"/>
          </ac:spMkLst>
        </pc:spChg>
        <pc:spChg chg="mod">
          <ac:chgData name="India Flores" userId="c8fee04bdb30f278" providerId="Windows Live" clId="Web-{A3864614-4479-44B6-87C2-F9137E41A905}" dt="2025-12-12T18:27:51.984" v="258" actId="20577"/>
          <ac:spMkLst>
            <pc:docMk/>
            <pc:sldMk cId="1904888746" sldId="257"/>
            <ac:spMk id="3" creationId="{AE822217-2B90-BE89-D686-7615657972EE}"/>
          </ac:spMkLst>
        </pc:spChg>
        <pc:picChg chg="add mod">
          <ac:chgData name="India Flores" userId="c8fee04bdb30f278" providerId="Windows Live" clId="Web-{A3864614-4479-44B6-87C2-F9137E41A905}" dt="2025-12-12T18:28:20.940" v="264" actId="1076"/>
          <ac:picMkLst>
            <pc:docMk/>
            <pc:sldMk cId="1904888746" sldId="257"/>
            <ac:picMk id="4" creationId="{3CF57F75-CF7F-36CE-E2D9-D930ED66C0A9}"/>
          </ac:picMkLst>
        </pc:picChg>
      </pc:sldChg>
      <pc:sldChg chg="addSp delSp modSp new">
        <pc:chgData name="India Flores" userId="c8fee04bdb30f278" providerId="Windows Live" clId="Web-{A3864614-4479-44B6-87C2-F9137E41A905}" dt="2025-12-12T20:29:46.319" v="2258" actId="20577"/>
        <pc:sldMkLst>
          <pc:docMk/>
          <pc:sldMk cId="2506755124" sldId="258"/>
        </pc:sldMkLst>
        <pc:spChg chg="mod">
          <ac:chgData name="India Flores" userId="c8fee04bdb30f278" providerId="Windows Live" clId="Web-{A3864614-4479-44B6-87C2-F9137E41A905}" dt="2025-12-12T18:29:58.997" v="282" actId="20577"/>
          <ac:spMkLst>
            <pc:docMk/>
            <pc:sldMk cId="2506755124" sldId="258"/>
            <ac:spMk id="2" creationId="{F42F3CB1-B388-C677-FF6D-4ED489F0D681}"/>
          </ac:spMkLst>
        </pc:spChg>
        <pc:spChg chg="add mod">
          <ac:chgData name="India Flores" userId="c8fee04bdb30f278" providerId="Windows Live" clId="Web-{A3864614-4479-44B6-87C2-F9137E41A905}" dt="2025-12-12T20:29:46.319" v="2258" actId="20577"/>
          <ac:spMkLst>
            <pc:docMk/>
            <pc:sldMk cId="2506755124" sldId="258"/>
            <ac:spMk id="6" creationId="{0D024474-5C51-E83B-8B3D-7EA0CCAFB22F}"/>
          </ac:spMkLst>
        </pc:spChg>
        <pc:spChg chg="add mod">
          <ac:chgData name="India Flores" userId="c8fee04bdb30f278" providerId="Windows Live" clId="Web-{A3864614-4479-44B6-87C2-F9137E41A905}" dt="2025-12-12T19:43:42.457" v="1018" actId="20577"/>
          <ac:spMkLst>
            <pc:docMk/>
            <pc:sldMk cId="2506755124" sldId="258"/>
            <ac:spMk id="7" creationId="{39E1B2AC-10F1-1D5C-C306-D046A4A374DA}"/>
          </ac:spMkLst>
        </pc:spChg>
        <pc:picChg chg="add mod ord">
          <ac:chgData name="India Flores" userId="c8fee04bdb30f278" providerId="Windows Live" clId="Web-{A3864614-4479-44B6-87C2-F9137E41A905}" dt="2025-12-12T20:04:21.075" v="1579" actId="1076"/>
          <ac:picMkLst>
            <pc:docMk/>
            <pc:sldMk cId="2506755124" sldId="258"/>
            <ac:picMk id="10" creationId="{B2DFA778-4E35-E08A-E6B3-22CF6C0798EA}"/>
          </ac:picMkLst>
        </pc:picChg>
      </pc:sldChg>
      <pc:sldChg chg="addSp modSp new ord">
        <pc:chgData name="India Flores" userId="c8fee04bdb30f278" providerId="Windows Live" clId="Web-{A3864614-4479-44B6-87C2-F9137E41A905}" dt="2025-12-12T20:01:31.430" v="1570" actId="1076"/>
        <pc:sldMkLst>
          <pc:docMk/>
          <pc:sldMk cId="1743352181" sldId="259"/>
        </pc:sldMkLst>
        <pc:spChg chg="mod">
          <ac:chgData name="India Flores" userId="c8fee04bdb30f278" providerId="Windows Live" clId="Web-{A3864614-4479-44B6-87C2-F9137E41A905}" dt="2025-12-12T19:34:27.582" v="738" actId="20577"/>
          <ac:spMkLst>
            <pc:docMk/>
            <pc:sldMk cId="1743352181" sldId="259"/>
            <ac:spMk id="2" creationId="{F564195C-CFD7-E7B3-DF86-55CD89F6953B}"/>
          </ac:spMkLst>
        </pc:spChg>
        <pc:spChg chg="mod">
          <ac:chgData name="India Flores" userId="c8fee04bdb30f278" providerId="Windows Live" clId="Web-{A3864614-4479-44B6-87C2-F9137E41A905}" dt="2025-12-12T19:52:20.055" v="1564" actId="20577"/>
          <ac:spMkLst>
            <pc:docMk/>
            <pc:sldMk cId="1743352181" sldId="259"/>
            <ac:spMk id="3" creationId="{43E67CAD-3DB7-CC83-5430-E1EB79801C96}"/>
          </ac:spMkLst>
        </pc:spChg>
        <pc:picChg chg="add mod">
          <ac:chgData name="India Flores" userId="c8fee04bdb30f278" providerId="Windows Live" clId="Web-{A3864614-4479-44B6-87C2-F9137E41A905}" dt="2025-12-12T20:01:31.430" v="1570" actId="1076"/>
          <ac:picMkLst>
            <pc:docMk/>
            <pc:sldMk cId="1743352181" sldId="259"/>
            <ac:picMk id="4" creationId="{1E7AC870-AD5F-DB8E-A4C9-D72B83B54D3E}"/>
          </ac:picMkLst>
        </pc:picChg>
      </pc:sldChg>
      <pc:sldChg chg="addSp delSp modSp new">
        <pc:chgData name="India Flores" userId="c8fee04bdb30f278" providerId="Windows Live" clId="Web-{A3864614-4479-44B6-87C2-F9137E41A905}" dt="2025-12-12T20:25:33.533" v="2208" actId="20577"/>
        <pc:sldMkLst>
          <pc:docMk/>
          <pc:sldMk cId="3848218606" sldId="260"/>
        </pc:sldMkLst>
        <pc:spChg chg="mod">
          <ac:chgData name="India Flores" userId="c8fee04bdb30f278" providerId="Windows Live" clId="Web-{A3864614-4479-44B6-87C2-F9137E41A905}" dt="2025-12-12T20:15:49.176" v="1613" actId="20577"/>
          <ac:spMkLst>
            <pc:docMk/>
            <pc:sldMk cId="3848218606" sldId="260"/>
            <ac:spMk id="2" creationId="{68EF1167-235C-4E31-E66D-31EC4EBCA757}"/>
          </ac:spMkLst>
        </pc:spChg>
        <pc:spChg chg="add mod">
          <ac:chgData name="India Flores" userId="c8fee04bdb30f278" providerId="Windows Live" clId="Web-{A3864614-4479-44B6-87C2-F9137E41A905}" dt="2025-12-12T20:25:33.533" v="2208" actId="20577"/>
          <ac:spMkLst>
            <pc:docMk/>
            <pc:sldMk cId="3848218606" sldId="260"/>
            <ac:spMk id="5" creationId="{C9A34D8C-B52E-75C8-B309-CA66D26B86C7}"/>
          </ac:spMkLst>
        </pc:spChg>
        <pc:picChg chg="add mod ord">
          <ac:chgData name="India Flores" userId="c8fee04bdb30f278" providerId="Windows Live" clId="Web-{A3864614-4479-44B6-87C2-F9137E41A905}" dt="2025-12-12T20:16:24.551" v="1620" actId="14100"/>
          <ac:picMkLst>
            <pc:docMk/>
            <pc:sldMk cId="3848218606" sldId="260"/>
            <ac:picMk id="4" creationId="{5E463F96-0C27-A4DC-EB53-3883967B2545}"/>
          </ac:picMkLst>
        </pc:picChg>
      </pc:sldChg>
      <pc:sldChg chg="addSp delSp modSp new">
        <pc:chgData name="India Flores" userId="c8fee04bdb30f278" providerId="Windows Live" clId="Web-{A3864614-4479-44B6-87C2-F9137E41A905}" dt="2025-12-12T20:43:50.554" v="2785" actId="20577"/>
        <pc:sldMkLst>
          <pc:docMk/>
          <pc:sldMk cId="3503569945" sldId="261"/>
        </pc:sldMkLst>
        <pc:spChg chg="mod">
          <ac:chgData name="India Flores" userId="c8fee04bdb30f278" providerId="Windows Live" clId="Web-{A3864614-4479-44B6-87C2-F9137E41A905}" dt="2025-12-12T20:25:59.158" v="2221" actId="20577"/>
          <ac:spMkLst>
            <pc:docMk/>
            <pc:sldMk cId="3503569945" sldId="261"/>
            <ac:spMk id="2" creationId="{55BA357E-0C4F-01A4-46EE-04DA9B5D7F77}"/>
          </ac:spMkLst>
        </pc:spChg>
        <pc:spChg chg="add mod">
          <ac:chgData name="India Flores" userId="c8fee04bdb30f278" providerId="Windows Live" clId="Web-{A3864614-4479-44B6-87C2-F9137E41A905}" dt="2025-12-12T20:43:50.554" v="2785" actId="20577"/>
          <ac:spMkLst>
            <pc:docMk/>
            <pc:sldMk cId="3503569945" sldId="261"/>
            <ac:spMk id="5" creationId="{EC51E50D-2D42-1514-0F55-86557882CA96}"/>
          </ac:spMkLst>
        </pc:spChg>
        <pc:picChg chg="add mod ord">
          <ac:chgData name="India Flores" userId="c8fee04bdb30f278" providerId="Windows Live" clId="Web-{A3864614-4479-44B6-87C2-F9137E41A905}" dt="2025-12-12T20:28:13.896" v="2227" actId="14100"/>
          <ac:picMkLst>
            <pc:docMk/>
            <pc:sldMk cId="3503569945" sldId="261"/>
            <ac:picMk id="4" creationId="{B2FE77E3-0340-6330-D5E8-79318A7CBB61}"/>
          </ac:picMkLst>
        </pc:picChg>
      </pc:sldChg>
      <pc:sldChg chg="addSp delSp modSp new">
        <pc:chgData name="India Flores" userId="c8fee04bdb30f278" providerId="Windows Live" clId="Web-{A3864614-4479-44B6-87C2-F9137E41A905}" dt="2025-12-12T21:04:04.525" v="3157" actId="1076"/>
        <pc:sldMkLst>
          <pc:docMk/>
          <pc:sldMk cId="2581060628" sldId="262"/>
        </pc:sldMkLst>
        <pc:spChg chg="mod">
          <ac:chgData name="India Flores" userId="c8fee04bdb30f278" providerId="Windows Live" clId="Web-{A3864614-4479-44B6-87C2-F9137E41A905}" dt="2025-12-12T20:56:25.518" v="2802" actId="20577"/>
          <ac:spMkLst>
            <pc:docMk/>
            <pc:sldMk cId="2581060628" sldId="262"/>
            <ac:spMk id="2" creationId="{85EAFB05-046A-DDD5-ADF3-A477DCD94B4E}"/>
          </ac:spMkLst>
        </pc:spChg>
        <pc:spChg chg="add mod">
          <ac:chgData name="India Flores" userId="c8fee04bdb30f278" providerId="Windows Live" clId="Web-{A3864614-4479-44B6-87C2-F9137E41A905}" dt="2025-12-12T21:04:04.525" v="3157" actId="1076"/>
          <ac:spMkLst>
            <pc:docMk/>
            <pc:sldMk cId="2581060628" sldId="262"/>
            <ac:spMk id="5" creationId="{952ED59B-D498-8DE1-BD44-E306665C50DE}"/>
          </ac:spMkLst>
        </pc:spChg>
        <pc:picChg chg="add mod ord">
          <ac:chgData name="India Flores" userId="c8fee04bdb30f278" providerId="Windows Live" clId="Web-{A3864614-4479-44B6-87C2-F9137E41A905}" dt="2025-12-12T20:57:07.337" v="2807" actId="14100"/>
          <ac:picMkLst>
            <pc:docMk/>
            <pc:sldMk cId="2581060628" sldId="262"/>
            <ac:picMk id="4" creationId="{B891A004-7B78-5059-E6E5-EA5A8CFBD48D}"/>
          </ac:picMkLst>
        </pc:picChg>
      </pc:sldChg>
      <pc:sldChg chg="addSp delSp modSp new">
        <pc:chgData name="India Flores" userId="c8fee04bdb30f278" providerId="Windows Live" clId="Web-{A3864614-4479-44B6-87C2-F9137E41A905}" dt="2025-12-12T21:11:17.904" v="3426" actId="1076"/>
        <pc:sldMkLst>
          <pc:docMk/>
          <pc:sldMk cId="1253532890" sldId="263"/>
        </pc:sldMkLst>
        <pc:spChg chg="mod">
          <ac:chgData name="India Flores" userId="c8fee04bdb30f278" providerId="Windows Live" clId="Web-{A3864614-4479-44B6-87C2-F9137E41A905}" dt="2025-12-12T21:08:10.351" v="3192" actId="20577"/>
          <ac:spMkLst>
            <pc:docMk/>
            <pc:sldMk cId="1253532890" sldId="263"/>
            <ac:spMk id="2" creationId="{DCEF9740-F5A8-4AA7-9068-EF0FED0F8050}"/>
          </ac:spMkLst>
        </pc:spChg>
        <pc:spChg chg="add mod">
          <ac:chgData name="India Flores" userId="c8fee04bdb30f278" providerId="Windows Live" clId="Web-{A3864614-4479-44B6-87C2-F9137E41A905}" dt="2025-12-12T21:11:17.904" v="3426" actId="1076"/>
          <ac:spMkLst>
            <pc:docMk/>
            <pc:sldMk cId="1253532890" sldId="263"/>
            <ac:spMk id="6" creationId="{2C67E783-5C04-DA6F-2437-00800B377D72}"/>
          </ac:spMkLst>
        </pc:spChg>
        <pc:picChg chg="add mod ord">
          <ac:chgData name="India Flores" userId="c8fee04bdb30f278" providerId="Windows Live" clId="Web-{A3864614-4479-44B6-87C2-F9137E41A905}" dt="2025-12-12T21:06:41.003" v="3183" actId="1076"/>
          <ac:picMkLst>
            <pc:docMk/>
            <pc:sldMk cId="1253532890" sldId="263"/>
            <ac:picMk id="4" creationId="{3CEE218A-9520-E58A-21CB-D85B9D0F7A73}"/>
          </ac:picMkLst>
        </pc:picChg>
        <pc:picChg chg="add mod">
          <ac:chgData name="India Flores" userId="c8fee04bdb30f278" providerId="Windows Live" clId="Web-{A3864614-4479-44B6-87C2-F9137E41A905}" dt="2025-12-12T21:06:38.596" v="3182" actId="1076"/>
          <ac:picMkLst>
            <pc:docMk/>
            <pc:sldMk cId="1253532890" sldId="263"/>
            <ac:picMk id="5" creationId="{A625F11E-D7A0-3FE1-80C9-66F3E9E79D70}"/>
          </ac:picMkLst>
        </pc:picChg>
      </pc:sldChg>
      <pc:sldChg chg="addSp modSp new">
        <pc:chgData name="India Flores" userId="c8fee04bdb30f278" providerId="Windows Live" clId="Web-{A3864614-4479-44B6-87C2-F9137E41A905}" dt="2025-12-12T21:18:24.276" v="3571" actId="20577"/>
        <pc:sldMkLst>
          <pc:docMk/>
          <pc:sldMk cId="4117691195" sldId="264"/>
        </pc:sldMkLst>
        <pc:spChg chg="mod">
          <ac:chgData name="India Flores" userId="c8fee04bdb30f278" providerId="Windows Live" clId="Web-{A3864614-4479-44B6-87C2-F9137E41A905}" dt="2025-12-12T21:11:56.139" v="3453" actId="20577"/>
          <ac:spMkLst>
            <pc:docMk/>
            <pc:sldMk cId="4117691195" sldId="264"/>
            <ac:spMk id="2" creationId="{F1109D22-75BD-79BD-3C5D-2F02F7863913}"/>
          </ac:spMkLst>
        </pc:spChg>
        <pc:spChg chg="mod">
          <ac:chgData name="India Flores" userId="c8fee04bdb30f278" providerId="Windows Live" clId="Web-{A3864614-4479-44B6-87C2-F9137E41A905}" dt="2025-12-12T21:18:24.276" v="3571" actId="20577"/>
          <ac:spMkLst>
            <pc:docMk/>
            <pc:sldMk cId="4117691195" sldId="264"/>
            <ac:spMk id="3" creationId="{A68C3488-87EF-1528-F31F-F1613CA82E43}"/>
          </ac:spMkLst>
        </pc:spChg>
        <pc:picChg chg="add mod">
          <ac:chgData name="India Flores" userId="c8fee04bdb30f278" providerId="Windows Live" clId="Web-{A3864614-4479-44B6-87C2-F9137E41A905}" dt="2025-12-12T21:15:09.599" v="3531"/>
          <ac:picMkLst>
            <pc:docMk/>
            <pc:sldMk cId="4117691195" sldId="264"/>
            <ac:picMk id="4" creationId="{5974BF31-5FCB-B67D-0655-774632979B99}"/>
          </ac:picMkLst>
        </pc:picChg>
      </pc:sldChg>
      <pc:sldChg chg="addSp modSp new">
        <pc:chgData name="India Flores" userId="c8fee04bdb30f278" providerId="Windows Live" clId="Web-{A3864614-4479-44B6-87C2-F9137E41A905}" dt="2025-12-12T21:28:59.299" v="4171" actId="14100"/>
        <pc:sldMkLst>
          <pc:docMk/>
          <pc:sldMk cId="3985206860" sldId="265"/>
        </pc:sldMkLst>
        <pc:spChg chg="mod">
          <ac:chgData name="India Flores" userId="c8fee04bdb30f278" providerId="Windows Live" clId="Web-{A3864614-4479-44B6-87C2-F9137E41A905}" dt="2025-12-12T21:20:02.153" v="3609" actId="20577"/>
          <ac:spMkLst>
            <pc:docMk/>
            <pc:sldMk cId="3985206860" sldId="265"/>
            <ac:spMk id="2" creationId="{4FE613E7-1E0D-5F22-C469-6B50ED291383}"/>
          </ac:spMkLst>
        </pc:spChg>
        <pc:spChg chg="mod">
          <ac:chgData name="India Flores" userId="c8fee04bdb30f278" providerId="Windows Live" clId="Web-{A3864614-4479-44B6-87C2-F9137E41A905}" dt="2025-12-12T21:28:43.315" v="4166" actId="20577"/>
          <ac:spMkLst>
            <pc:docMk/>
            <pc:sldMk cId="3985206860" sldId="265"/>
            <ac:spMk id="3" creationId="{620031FC-C9C5-87EF-3508-485C2177F06D}"/>
          </ac:spMkLst>
        </pc:spChg>
        <pc:picChg chg="add mod">
          <ac:chgData name="India Flores" userId="c8fee04bdb30f278" providerId="Windows Live" clId="Web-{A3864614-4479-44B6-87C2-F9137E41A905}" dt="2025-12-12T21:28:59.299" v="4171" actId="14100"/>
          <ac:picMkLst>
            <pc:docMk/>
            <pc:sldMk cId="3985206860" sldId="265"/>
            <ac:picMk id="4" creationId="{FB5D125D-5803-8366-BA77-B2338CB5AE78}"/>
          </ac:picMkLst>
        </pc:picChg>
      </pc:sldChg>
      <pc:sldMasterChg chg="add addSldLayout">
        <pc:chgData name="India Flores" userId="c8fee04bdb30f278" providerId="Windows Live" clId="Web-{A3864614-4479-44B6-87C2-F9137E41A905}" dt="2025-12-12T18:13:59.305" v="0"/>
        <pc:sldMasterMkLst>
          <pc:docMk/>
          <pc:sldMasterMk cId="3965433058" sldId="2147483880"/>
        </pc:sldMasterMkLst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936076728" sldId="2147483829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826872714" sldId="2147483830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567952678" sldId="2147483831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72420406" sldId="2147483832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732007765" sldId="2147483833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139485630" sldId="2147483834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783442808" sldId="2147483835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739058126" sldId="2147483836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824609605" sldId="2147483837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579535229" sldId="2147483838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096431009" sldId="2147483839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012407359" sldId="2147483840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51035464" sldId="2147483841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078660473" sldId="2147483842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444116799" sldId="2147483843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274929545" sldId="2147483844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116353253" sldId="2147483845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05935064" sldId="2147483846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521973741" sldId="2147483847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000659485" sldId="2147483848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113621959" sldId="2147483849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168627325" sldId="2147483850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534336101" sldId="2147483851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836279486" sldId="2147483852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64627626" sldId="2147483853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170611260" sldId="2147483854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139640441" sldId="2147483855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249121822" sldId="2147483856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981738880" sldId="2147483857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753483754" sldId="2147483858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280543326" sldId="2147483859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0144867" sldId="2147483860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414496206" sldId="2147483861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85726863" sldId="2147483862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299843535" sldId="2147483863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4025733944" sldId="2147483864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666007104" sldId="2147483865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638931628" sldId="2147483866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686928614" sldId="2147483867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751326184" sldId="2147483868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756602979" sldId="2147483869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665228287" sldId="2147483870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224376130" sldId="2147483871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878300172" sldId="2147483872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968834285" sldId="2147483873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896824658" sldId="2147483874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832254096" sldId="2147483875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3563718066" sldId="2147483876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1657800038" sldId="2147483877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439948875" sldId="2147483878"/>
          </pc:sldLayoutMkLst>
        </pc:sldLayoutChg>
        <pc:sldLayoutChg chg="add">
          <pc:chgData name="India Flores" userId="c8fee04bdb30f278" providerId="Windows Live" clId="Web-{A3864614-4479-44B6-87C2-F9137E41A905}" dt="2025-12-12T18:13:59.305" v="0"/>
          <pc:sldLayoutMkLst>
            <pc:docMk/>
            <pc:sldMasterMk cId="3965433058" sldId="2147483880"/>
            <pc:sldLayoutMk cId="2098041394" sldId="214748387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12/18/2025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9948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4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76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12/18/2025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6872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12/18/2025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52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20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07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12/18/2025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85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42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12/18/2025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58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09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35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12/18/2025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31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7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12/18/2025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5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60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16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29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53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12/18/2025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5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73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12/18/2025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0659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21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12/18/2025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86273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4336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12/18/2025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794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12/18/2025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76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12/18/2025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06112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40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12/18/2025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21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12/18/2025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38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12/18/2025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837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12/18/2025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33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12/18/2025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8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962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12/18/2025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68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12/18/2025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435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339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12/18/2025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07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12/18/2025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3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286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261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029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82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12/18/2025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61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001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342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12/18/2025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46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12/18/2025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2540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18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12/18/2025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00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3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63" r:id="rId37"/>
    <p:sldLayoutId id="2147483864" r:id="rId38"/>
    <p:sldLayoutId id="2147483865" r:id="rId39"/>
    <p:sldLayoutId id="2147483866" r:id="rId40"/>
    <p:sldLayoutId id="2147483867" r:id="rId41"/>
    <p:sldLayoutId id="2147483868" r:id="rId42"/>
    <p:sldLayoutId id="2147483869" r:id="rId43"/>
    <p:sldLayoutId id="2147483870" r:id="rId44"/>
    <p:sldLayoutId id="2147483871" r:id="rId45"/>
    <p:sldLayoutId id="2147483872" r:id="rId46"/>
    <p:sldLayoutId id="2147483873" r:id="rId47"/>
    <p:sldLayoutId id="2147483874" r:id="rId48"/>
    <p:sldLayoutId id="2147483875" r:id="rId49"/>
    <p:sldLayoutId id="2147483876" r:id="rId50"/>
    <p:sldLayoutId id="2147483877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kaggle.com/datasets/arashnic/fitb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cs.google.com/spreadsheets/d/19S7tmYqDACKXRGM0d5b4ajTKKJSg-VZZdt2f0ok7YH4/edi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/>
          <a:p>
            <a:r>
              <a:rPr lang="en-US" sz="6000"/>
              <a:t>Case Study: Bellabeat Fitness Devices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/>
              <a:t>Capstone project for Google's Data Analytics Certificate</a:t>
            </a:r>
          </a:p>
          <a:p>
            <a:r>
              <a:rPr lang="en-US" sz="2400"/>
              <a:t>Demonstrates use of: Google Sheets, pivot tables, CSVs</a:t>
            </a:r>
          </a:p>
        </p:txBody>
      </p:sp>
      <p:pic>
        <p:nvPicPr>
          <p:cNvPr id="4" name="Picture Placeholder 3" descr="Fitness: What It Is, Health Benefits ...">
            <a:extLst>
              <a:ext uri="{FF2B5EF4-FFF2-40B4-BE49-F238E27FC236}">
                <a16:creationId xmlns:a16="http://schemas.microsoft.com/office/drawing/2014/main" id="{47E53242-DBE6-5A87-D30C-F8947D7345F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0996" r="30996"/>
          <a:stretch/>
        </p:blipFill>
        <p:spPr>
          <a:xfrm>
            <a:off x="7534578" y="24454"/>
            <a:ext cx="4654453" cy="6831840"/>
          </a:xfrm>
          <a:prstGeom prst="rect">
            <a:avLst/>
          </a:prstGeo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1ABF0-3E75-F3E8-C4CD-F441253E74A8}"/>
              </a:ext>
            </a:extLst>
          </p:cNvPr>
          <p:cNvSpPr txBox="1"/>
          <p:nvPr/>
        </p:nvSpPr>
        <p:spPr>
          <a:xfrm>
            <a:off x="611297" y="2975052"/>
            <a:ext cx="37118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India Flores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E162-F0FE-A99D-F6B1-B95816993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Business Task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2217-2B90-BE89-D686-761565797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Analyze trends in fitness smart device usage</a:t>
            </a:r>
            <a:endParaRPr lang="en-US"/>
          </a:p>
          <a:p>
            <a:r>
              <a:rPr lang="en-US" sz="3200"/>
              <a:t>Identify insights that can apply to </a:t>
            </a:r>
            <a:r>
              <a:rPr lang="en-US" sz="3200" err="1"/>
              <a:t>Bellabeat</a:t>
            </a:r>
            <a:r>
              <a:rPr lang="en-US" sz="3200"/>
              <a:t> customers</a:t>
            </a:r>
          </a:p>
          <a:p>
            <a:r>
              <a:rPr lang="en-US" sz="3200"/>
              <a:t>Offer recommendations for improving </a:t>
            </a:r>
            <a:r>
              <a:rPr lang="en-US" sz="3200" err="1"/>
              <a:t>Bellabeat</a:t>
            </a:r>
            <a:r>
              <a:rPr lang="en-US" sz="3200"/>
              <a:t> marketing strategies</a:t>
            </a:r>
          </a:p>
        </p:txBody>
      </p:sp>
      <p:pic>
        <p:nvPicPr>
          <p:cNvPr id="4" name="Picture 3" descr="Wellbeing &amp; Wellness">
            <a:extLst>
              <a:ext uri="{FF2B5EF4-FFF2-40B4-BE49-F238E27FC236}">
                <a16:creationId xmlns:a16="http://schemas.microsoft.com/office/drawing/2014/main" id="{3CF57F75-CF7F-36CE-E2D9-D930ED66C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502" y="4667390"/>
            <a:ext cx="5140444" cy="164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8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F3CB1-B388-C677-FF6D-4ED489F0D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24474-5C51-E83B-8B3D-7EA0CCAFB22F}"/>
              </a:ext>
            </a:extLst>
          </p:cNvPr>
          <p:cNvSpPr txBox="1"/>
          <p:nvPr/>
        </p:nvSpPr>
        <p:spPr>
          <a:xfrm>
            <a:off x="773373" y="1587499"/>
            <a:ext cx="4811783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000"/>
              <a:t>Personal tracker data from 30 </a:t>
            </a:r>
            <a:r>
              <a:rPr lang="en-US" sz="2000" err="1"/>
              <a:t>FitBit</a:t>
            </a:r>
            <a:r>
              <a:rPr lang="en-US" sz="2000"/>
              <a:t> users</a:t>
            </a:r>
          </a:p>
          <a:p>
            <a:endParaRPr lang="en-US" sz="2000">
              <a:solidFill>
                <a:srgbClr val="131313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131313"/>
                </a:solidFill>
              </a:rPr>
              <a:t>Includes information on physical activity, sleep, and weight</a:t>
            </a: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131313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131313"/>
                </a:solidFill>
              </a:rPr>
              <a:t>Data provides insight into daily habits and wellness patterns</a:t>
            </a: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131313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131313"/>
                </a:solidFill>
              </a:rPr>
              <a:t>Focused on three tables from the </a:t>
            </a:r>
            <a:r>
              <a:rPr lang="en-US" sz="2000" err="1">
                <a:solidFill>
                  <a:srgbClr val="131313"/>
                </a:solidFill>
              </a:rPr>
              <a:t>Bellabeat</a:t>
            </a:r>
            <a:r>
              <a:rPr lang="en-US" sz="2000">
                <a:solidFill>
                  <a:srgbClr val="131313"/>
                </a:solidFill>
              </a:rPr>
              <a:t> dataset and analyzed separately: dailyActivity_merged.csv (458 rows), weightLogInfo_merged.csv (68 rows), and sleepDay_merged.csv (414 rows)</a:t>
            </a:r>
          </a:p>
          <a:p>
            <a:pPr marL="285750" indent="-285750">
              <a:buFont typeface="Calibri"/>
              <a:buChar char="-"/>
            </a:pPr>
            <a:endParaRPr lang="en-US" sz="2400">
              <a:solidFill>
                <a:srgbClr val="131313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 sz="2400">
              <a:solidFill>
                <a:srgbClr val="13131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1B2AC-10F1-1D5C-C306-D046A4A374DA}"/>
              </a:ext>
            </a:extLst>
          </p:cNvPr>
          <p:cNvSpPr txBox="1"/>
          <p:nvPr/>
        </p:nvSpPr>
        <p:spPr>
          <a:xfrm>
            <a:off x="5828019" y="487623"/>
            <a:ext cx="62353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/>
              <a:t>Full dataset:</a:t>
            </a:r>
            <a:r>
              <a:rPr lang="en-US"/>
              <a:t> </a:t>
            </a:r>
            <a:r>
              <a:rPr lang="en-US">
                <a:ea typeface="+mn-lt"/>
                <a:cs typeface="+mn-lt"/>
                <a:hlinkClick r:id="rId2"/>
              </a:rPr>
              <a:t>Bellabeat Fitness Tracker Dataset</a:t>
            </a:r>
            <a:endParaRPr lang="en-US"/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DFA778-4E35-E08A-E6B3-22CF6C079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10891" y="1248541"/>
            <a:ext cx="6046535" cy="48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5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4195C-CFD7-E7B3-DF86-55CD89F6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Cleaning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67CAD-3DB7-CC83-5430-E1EB79801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5484035" cy="495604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400"/>
              <a:t>Uploaded CSV files to Google Sheets for analysis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/>
              <a:t>Removed duplicates and irrelevant columns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/>
              <a:t>Standardized date and text formats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/>
              <a:t>Fixed inconsistent and incorrect records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/>
              <a:t>Split combined date/time columns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400"/>
              <a:t>Verified data was clean and ready for analysis</a:t>
            </a:r>
          </a:p>
          <a:p>
            <a:pPr>
              <a:buFont typeface="Calibri" panose="020B0604020202020204" pitchFamily="34" charset="0"/>
              <a:buChar char="-"/>
            </a:pPr>
            <a:endParaRPr lang="en-US" sz="2400"/>
          </a:p>
          <a:p>
            <a:pPr>
              <a:buFont typeface="Calibri" panose="020B0604020202020204" pitchFamily="34" charset="0"/>
              <a:buChar char="-"/>
            </a:pPr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7AC870-AD5F-DB8E-A4C9-D72B83B5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844" y="705134"/>
            <a:ext cx="6231895" cy="544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5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1167-235C-4E31-E66D-31EC4EBC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Activity Patterns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5E463F96-0C27-A4DC-EB53-3883967B2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8982" y="577526"/>
            <a:ext cx="5516294" cy="5707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A34D8C-B52E-75C8-B309-CA66D26B86C7}"/>
              </a:ext>
            </a:extLst>
          </p:cNvPr>
          <p:cNvSpPr txBox="1"/>
          <p:nvPr/>
        </p:nvSpPr>
        <p:spPr>
          <a:xfrm>
            <a:off x="489755" y="1719713"/>
            <a:ext cx="560387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 u="sng"/>
              <a:t>Step activity</a:t>
            </a:r>
            <a:r>
              <a:rPr lang="en-US" sz="2400"/>
              <a:t>: Users took the most steps on Saturdays and the fewest on Thursdays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r>
              <a:rPr lang="en-US" sz="2400" u="sng"/>
              <a:t>Active minutes</a:t>
            </a:r>
            <a:r>
              <a:rPr lang="en-US" sz="2400"/>
              <a:t>: The highest active minutes per user occurred on Wednesdays and Saturdays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r>
              <a:rPr lang="en-US" sz="2400" u="sng"/>
              <a:t>Calories burned</a:t>
            </a:r>
            <a:r>
              <a:rPr lang="en-US" sz="2400"/>
              <a:t>: On average, users burned most calories on Wednesdays</a:t>
            </a:r>
          </a:p>
        </p:txBody>
      </p:sp>
    </p:spTree>
    <p:extLst>
      <p:ext uri="{BB962C8B-B14F-4D97-AF65-F5344CB8AC3E}">
        <p14:creationId xmlns:p14="http://schemas.microsoft.com/office/powerpoint/2010/main" val="384821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357E-0C4F-01A4-46EE-04DA9B5D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Sleep Trends</a:t>
            </a:r>
            <a:endParaRPr lang="en-US" sz="4800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B2FE77E3-0340-6330-D5E8-79318A7CB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43" y="736750"/>
            <a:ext cx="5742729" cy="56387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51E50D-2D42-1514-0F55-86557882CA96}"/>
              </a:ext>
            </a:extLst>
          </p:cNvPr>
          <p:cNvSpPr txBox="1"/>
          <p:nvPr/>
        </p:nvSpPr>
        <p:spPr>
          <a:xfrm>
            <a:off x="746124" y="1412875"/>
            <a:ext cx="4937125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1. </a:t>
            </a:r>
            <a:r>
              <a:rPr lang="en-US" sz="2400" b="1"/>
              <a:t>Sleep patterns by days of the week: </a:t>
            </a:r>
            <a:r>
              <a:rPr lang="en-US" sz="2400"/>
              <a:t>Users slept the most on Sundays and the least on Thursdays</a:t>
            </a:r>
          </a:p>
          <a:p>
            <a:endParaRPr lang="en-US" sz="2400" b="1"/>
          </a:p>
          <a:p>
            <a:r>
              <a:rPr lang="en-US" sz="2400" b="1"/>
              <a:t>2. Overall sleep duration: </a:t>
            </a:r>
            <a:r>
              <a:rPr lang="en-US" sz="2400"/>
              <a:t>on average, users burned the most calories on Wednesdays</a:t>
            </a:r>
            <a:endParaRPr lang="en-US" sz="2400" b="1"/>
          </a:p>
          <a:p>
            <a:endParaRPr lang="en-US" sz="2400"/>
          </a:p>
          <a:p>
            <a:r>
              <a:rPr lang="en-US" sz="2400"/>
              <a:t>3.</a:t>
            </a:r>
            <a:r>
              <a:rPr lang="en-US" sz="2400" b="1"/>
              <a:t> Weekly trends: </a:t>
            </a:r>
            <a:r>
              <a:rPr lang="en-US" sz="2400"/>
              <a:t>Sleep gradually decreases from Sunday to Tuesday, indicating a beginning of the week slump</a:t>
            </a:r>
          </a:p>
          <a:p>
            <a:r>
              <a:rPr lang="en-US" sz="2400" b="1"/>
              <a:t> 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69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FB05-046A-DDD5-ADF3-A477DCD9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Weight Analysis</a:t>
            </a:r>
            <a:endParaRPr lang="en-US" sz="4800"/>
          </a:p>
        </p:txBody>
      </p:sp>
      <p:pic>
        <p:nvPicPr>
          <p:cNvPr id="4" name="Content Placeholder 3" descr="A graph with blue dots&#10;&#10;AI-generated content may be incorrect.">
            <a:extLst>
              <a:ext uri="{FF2B5EF4-FFF2-40B4-BE49-F238E27FC236}">
                <a16:creationId xmlns:a16="http://schemas.microsoft.com/office/drawing/2014/main" id="{B891A004-7B78-5059-E6E5-EA5A8CFBD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5311" y="1006365"/>
            <a:ext cx="6118888" cy="4769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2ED59B-D498-8DE1-BD44-E306665C50DE}"/>
              </a:ext>
            </a:extLst>
          </p:cNvPr>
          <p:cNvSpPr txBox="1"/>
          <p:nvPr/>
        </p:nvSpPr>
        <p:spPr>
          <a:xfrm>
            <a:off x="557994" y="1574467"/>
            <a:ext cx="498475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>
                <a:ea typeface="+mn-lt"/>
                <a:cs typeface="+mn-lt"/>
              </a:rPr>
              <a:t>Users with higher weight generally had higher BMI; for example, those weighing 140–150 </a:t>
            </a:r>
            <a:r>
              <a:rPr lang="en-US" sz="2400" err="1">
                <a:ea typeface="+mn-lt"/>
                <a:cs typeface="+mn-lt"/>
              </a:rPr>
              <a:t>lb</a:t>
            </a:r>
            <a:r>
              <a:rPr lang="en-US" sz="2400">
                <a:ea typeface="+mn-lt"/>
                <a:cs typeface="+mn-lt"/>
              </a:rPr>
              <a:t> typically had a BMI of 25–26.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r>
              <a:rPr lang="en-US" sz="2400">
                <a:ea typeface="+mn-lt"/>
                <a:cs typeface="+mn-lt"/>
              </a:rPr>
              <a:t>User weights ranged from 125–200 </a:t>
            </a:r>
            <a:r>
              <a:rPr lang="en-US" sz="2400" err="1">
                <a:ea typeface="+mn-lt"/>
                <a:cs typeface="+mn-lt"/>
              </a:rPr>
              <a:t>lb</a:t>
            </a:r>
            <a:r>
              <a:rPr lang="en-US" sz="2400">
                <a:ea typeface="+mn-lt"/>
                <a:cs typeface="+mn-lt"/>
              </a:rPr>
              <a:t>, with BMI ranging from ~22–28.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r>
              <a:rPr lang="en-US" sz="2400"/>
              <a:t>Most users fall within the healthy to overweight BMI range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8106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9740-F5A8-4AA7-9068-EF0FED0F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Summary of Findings</a:t>
            </a:r>
            <a:endParaRPr lang="en-US" sz="4800"/>
          </a:p>
        </p:txBody>
      </p:sp>
      <p:pic>
        <p:nvPicPr>
          <p:cNvPr id="4" name="Content Placeholder 3" descr="Health And Wellness Stock Illustrations ...">
            <a:extLst>
              <a:ext uri="{FF2B5EF4-FFF2-40B4-BE49-F238E27FC236}">
                <a16:creationId xmlns:a16="http://schemas.microsoft.com/office/drawing/2014/main" id="{3CEE218A-9520-E58A-21CB-D85B9D0F7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6605" y="4083509"/>
            <a:ext cx="4984986" cy="2186627"/>
          </a:xfrm>
          <a:prstGeom prst="rect">
            <a:avLst/>
          </a:prstGeom>
        </p:spPr>
      </p:pic>
      <p:pic>
        <p:nvPicPr>
          <p:cNvPr id="5" name="Picture 4" descr="Health and Wellness in 2023">
            <a:extLst>
              <a:ext uri="{FF2B5EF4-FFF2-40B4-BE49-F238E27FC236}">
                <a16:creationId xmlns:a16="http://schemas.microsoft.com/office/drawing/2014/main" id="{A625F11E-D7A0-3FE1-80C9-66F3E9E79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329" y="282835"/>
            <a:ext cx="4996358" cy="32784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67E783-5C04-DA6F-2437-00800B377D72}"/>
              </a:ext>
            </a:extLst>
          </p:cNvPr>
          <p:cNvSpPr txBox="1"/>
          <p:nvPr/>
        </p:nvSpPr>
        <p:spPr>
          <a:xfrm>
            <a:off x="612017" y="1335395"/>
            <a:ext cx="581025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>
                <a:ea typeface="+mn-lt"/>
                <a:cs typeface="+mn-lt"/>
              </a:rPr>
              <a:t>The analysis of user activity, sleep, and weight data revealed clear patterns in daily habits, physical activity, and health metrics.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r>
              <a:rPr lang="en-US" sz="2400"/>
              <a:t>Users are most active </a:t>
            </a:r>
            <a:r>
              <a:rPr lang="en-US" sz="2400" b="1"/>
              <a:t>Wednesdays</a:t>
            </a:r>
            <a:r>
              <a:rPr lang="en-US" sz="2400"/>
              <a:t> and </a:t>
            </a:r>
            <a:r>
              <a:rPr lang="en-US" sz="2400" b="1"/>
              <a:t>Saturdays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r>
              <a:rPr lang="en-US" sz="2400" b="1"/>
              <a:t>Sleep patterns</a:t>
            </a:r>
            <a:r>
              <a:rPr lang="en-US" sz="2400"/>
              <a:t> vary throughout the week, showing potential opportunities for personalized wellness recommendations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  <a:p>
            <a:pPr marL="285750" indent="-285750">
              <a:buFont typeface="Calibri"/>
              <a:buChar char="-"/>
            </a:pPr>
            <a:r>
              <a:rPr lang="en-US" sz="2400"/>
              <a:t>Higher weight correlates with higher </a:t>
            </a:r>
            <a:r>
              <a:rPr lang="en-US" sz="2400" b="1"/>
              <a:t>BMI</a:t>
            </a:r>
          </a:p>
          <a:p>
            <a:pPr marL="285750" indent="-285750">
              <a:buFont typeface="Calibri"/>
              <a:buChar char="-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5353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613E7-1E0D-5F22-C469-6B50ED29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Marketing Recommendations 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031FC-C9C5-87EF-3508-485C2177F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sz="2400" b="1"/>
              <a:t>Increase personalized reminders on lower activity days</a:t>
            </a:r>
            <a:endParaRPr lang="en-US"/>
          </a:p>
          <a:p>
            <a:pPr marL="0" indent="0">
              <a:buNone/>
            </a:pPr>
            <a:r>
              <a:rPr lang="en-US" sz="2400"/>
              <a:t>  - data showed that users are least active Thursdays. Consider challenges,  reminders, or targeted app notifications mid-week.</a:t>
            </a:r>
          </a:p>
          <a:p>
            <a:pPr marL="0" indent="0">
              <a:buNone/>
            </a:pPr>
            <a:r>
              <a:rPr lang="en-US" sz="2400"/>
              <a:t>2. </a:t>
            </a:r>
            <a:r>
              <a:rPr lang="en-US" sz="2400" b="1"/>
              <a:t>Market holistic wellness tracking</a:t>
            </a:r>
          </a:p>
          <a:p>
            <a:pPr marL="0" indent="0">
              <a:buNone/>
            </a:pPr>
            <a:r>
              <a:rPr lang="en-US" sz="2400"/>
              <a:t>  - Increase awareness of correlation between activity, sleep, and weight to overall wellness.</a:t>
            </a:r>
          </a:p>
          <a:p>
            <a:pPr marL="0" indent="0">
              <a:buNone/>
            </a:pPr>
            <a:r>
              <a:rPr lang="en-US" sz="2400"/>
              <a:t>3.</a:t>
            </a:r>
            <a:r>
              <a:rPr lang="en-US" sz="2400" b="1"/>
              <a:t> Promote high-value features on peak days</a:t>
            </a:r>
            <a:endParaRPr lang="en-US" sz="2400"/>
          </a:p>
          <a:p>
            <a:pPr marL="0" indent="0">
              <a:buNone/>
            </a:pPr>
            <a:r>
              <a:rPr lang="en-US" sz="2400" b="1"/>
              <a:t>  ​- </a:t>
            </a:r>
            <a:r>
              <a:rPr lang="en-US" sz="2400"/>
              <a:t>Users are most active on Wednesdays and Saturdays. Highlight tracking features, wellness tips, or premium content on these days.</a:t>
            </a:r>
          </a:p>
        </p:txBody>
      </p:sp>
      <p:pic>
        <p:nvPicPr>
          <p:cNvPr id="4" name="Picture 3" descr="Lightbulb, Light, Bulb. Royalty ...">
            <a:extLst>
              <a:ext uri="{FF2B5EF4-FFF2-40B4-BE49-F238E27FC236}">
                <a16:creationId xmlns:a16="http://schemas.microsoft.com/office/drawing/2014/main" id="{FB5D125D-5803-8366-BA77-B2338CB5A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772" y="1848"/>
            <a:ext cx="1742365" cy="202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0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9D22-75BD-79BD-3C5D-2F02F786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>
                <a:gradFill>
                  <a:gsLst>
                    <a:gs pos="0">
                      <a:srgbClr val="66C26C"/>
                    </a:gs>
                    <a:gs pos="100000">
                      <a:srgbClr val="25AAD5"/>
                    </a:gs>
                  </a:gsLst>
                  <a:lin ang="13800000" scaled="0"/>
                </a:gradFill>
              </a:rPr>
              <a:t>Full Project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C3488-87EF-1528-F31F-F1613CA8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8133975" cy="49560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400"/>
              <a:t>Explore the full interactive Google Sheets Project here: </a:t>
            </a:r>
            <a:r>
              <a:rPr lang="en-US" sz="2400">
                <a:hlinkClick r:id="rId2"/>
              </a:rPr>
              <a:t>Bellabeat Analysis</a:t>
            </a:r>
            <a:endParaRPr lang="en-US"/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sz="2400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Contains raw and cleaned datasets, pivot tables, and visualizations for activity, sleep, and weight analysis.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sz="2400"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Further analysis could include predictive modeling, joining tables, correlation with demographic factors, or interactive dashboards.</a:t>
            </a:r>
          </a:p>
          <a:p>
            <a:pPr>
              <a:buFont typeface="Calibri" panose="020B0604020202020204" pitchFamily="34" charset="0"/>
              <a:buChar char="-"/>
            </a:pPr>
            <a:endParaRPr lang="en-US" sz="2400"/>
          </a:p>
        </p:txBody>
      </p:sp>
      <p:pic>
        <p:nvPicPr>
          <p:cNvPr id="4" name="Picture 3" descr="Google Sheets - Apps on Google Play">
            <a:extLst>
              <a:ext uri="{FF2B5EF4-FFF2-40B4-BE49-F238E27FC236}">
                <a16:creationId xmlns:a16="http://schemas.microsoft.com/office/drawing/2014/main" id="{5974BF31-5FCB-B67D-0655-774632979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005" y="173796"/>
            <a:ext cx="2518438" cy="271178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17691195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Chroma</vt:lpstr>
      <vt:lpstr>Case Study: Bellabeat Fitness Devices</vt:lpstr>
      <vt:lpstr>Business Task</vt:lpstr>
      <vt:lpstr>Dataset Overview</vt:lpstr>
      <vt:lpstr>Cleaning the Data</vt:lpstr>
      <vt:lpstr>Activity Patterns</vt:lpstr>
      <vt:lpstr>Sleep Trends</vt:lpstr>
      <vt:lpstr>Weight Analysis</vt:lpstr>
      <vt:lpstr>Summary of Findings</vt:lpstr>
      <vt:lpstr>Marketing Recommendations </vt:lpstr>
      <vt:lpstr>Full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2025-12-12T18:12:32Z</dcterms:created>
  <dcterms:modified xsi:type="dcterms:W3CDTF">2025-12-19T01:23:26Z</dcterms:modified>
</cp:coreProperties>
</file>