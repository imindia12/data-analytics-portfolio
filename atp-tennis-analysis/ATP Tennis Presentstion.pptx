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27" r:id="rId1"/>
  </p:sldMasterIdLst>
  <p:sldIdLst>
    <p:sldId id="256" r:id="rId2"/>
    <p:sldId id="258" r:id="rId3"/>
    <p:sldId id="257" r:id="rId4"/>
    <p:sldId id="259" r:id="rId5"/>
    <p:sldId id="260" r:id="rId6"/>
    <p:sldId id="261" r:id="rId7"/>
    <p:sldId id="263" r:id="rId8"/>
    <p:sldId id="262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India Flores" userId="c8fee04bdb30f278" providerId="Windows Live" clId="Web-{64C4D50E-E3F8-C7FD-9E10-37C33F3974AD}"/>
    <pc:docChg chg="addSld delSld modSld sldOrd addMainMaster delMainMaster">
      <pc:chgData name="India Flores" userId="c8fee04bdb30f278" providerId="Windows Live" clId="Web-{64C4D50E-E3F8-C7FD-9E10-37C33F3974AD}" dt="2025-12-17T22:07:58.618" v="1649" actId="1076"/>
      <pc:docMkLst>
        <pc:docMk/>
      </pc:docMkLst>
      <pc:sldChg chg="addSp delSp modSp mod modClrScheme chgLayout">
        <pc:chgData name="India Flores" userId="c8fee04bdb30f278" providerId="Windows Live" clId="Web-{64C4D50E-E3F8-C7FD-9E10-37C33F3974AD}" dt="2025-12-17T21:57:25.495" v="1478" actId="20577"/>
        <pc:sldMkLst>
          <pc:docMk/>
          <pc:sldMk cId="109857222" sldId="256"/>
        </pc:sldMkLst>
        <pc:spChg chg="mod">
          <ac:chgData name="India Flores" userId="c8fee04bdb30f278" providerId="Windows Live" clId="Web-{64C4D50E-E3F8-C7FD-9E10-37C33F3974AD}" dt="2025-12-17T19:27:57.006" v="62" actId="20577"/>
          <ac:spMkLst>
            <pc:docMk/>
            <pc:sldMk cId="109857222" sldId="256"/>
            <ac:spMk id="2" creationId="{00000000-0000-0000-0000-000000000000}"/>
          </ac:spMkLst>
        </pc:spChg>
        <pc:spChg chg="mod">
          <ac:chgData name="India Flores" userId="c8fee04bdb30f278" providerId="Windows Live" clId="Web-{64C4D50E-E3F8-C7FD-9E10-37C33F3974AD}" dt="2025-12-17T21:57:25.495" v="1478" actId="20577"/>
          <ac:spMkLst>
            <pc:docMk/>
            <pc:sldMk cId="109857222" sldId="256"/>
            <ac:spMk id="3" creationId="{00000000-0000-0000-0000-000000000000}"/>
          </ac:spMkLst>
        </pc:spChg>
        <pc:picChg chg="add mod ord">
          <ac:chgData name="India Flores" userId="c8fee04bdb30f278" providerId="Windows Live" clId="Web-{64C4D50E-E3F8-C7FD-9E10-37C33F3974AD}" dt="2025-12-17T19:27:39.365" v="53" actId="14100"/>
          <ac:picMkLst>
            <pc:docMk/>
            <pc:sldMk cId="109857222" sldId="256"/>
            <ac:picMk id="4" creationId="{CC286F4F-309F-33D7-33A8-070BE9FA309C}"/>
          </ac:picMkLst>
        </pc:picChg>
      </pc:sldChg>
      <pc:sldChg chg="addSp delSp modSp new mod chgLayout">
        <pc:chgData name="India Flores" userId="c8fee04bdb30f278" providerId="Windows Live" clId="Web-{64C4D50E-E3F8-C7FD-9E10-37C33F3974AD}" dt="2025-12-17T21:58:58.229" v="1487" actId="20577"/>
        <pc:sldMkLst>
          <pc:docMk/>
          <pc:sldMk cId="3863423927" sldId="257"/>
        </pc:sldMkLst>
        <pc:spChg chg="add mod">
          <ac:chgData name="India Flores" userId="c8fee04bdb30f278" providerId="Windows Live" clId="Web-{64C4D50E-E3F8-C7FD-9E10-37C33F3974AD}" dt="2025-12-17T19:32:24.458" v="103" actId="20577"/>
          <ac:spMkLst>
            <pc:docMk/>
            <pc:sldMk cId="3863423927" sldId="257"/>
            <ac:spMk id="8" creationId="{13B89E3D-B7EE-98CB-CE51-76FA3A597651}"/>
          </ac:spMkLst>
        </pc:spChg>
        <pc:spChg chg="add mod">
          <ac:chgData name="India Flores" userId="c8fee04bdb30f278" providerId="Windows Live" clId="Web-{64C4D50E-E3F8-C7FD-9E10-37C33F3974AD}" dt="2025-12-17T21:58:58.229" v="1487" actId="20577"/>
          <ac:spMkLst>
            <pc:docMk/>
            <pc:sldMk cId="3863423927" sldId="257"/>
            <ac:spMk id="10" creationId="{80BE72A8-2B91-193C-EC85-DDAC28101651}"/>
          </ac:spMkLst>
        </pc:spChg>
        <pc:picChg chg="add mod">
          <ac:chgData name="India Flores" userId="c8fee04bdb30f278" providerId="Windows Live" clId="Web-{64C4D50E-E3F8-C7FD-9E10-37C33F3974AD}" dt="2025-12-17T19:49:55.643" v="453" actId="14100"/>
          <ac:picMkLst>
            <pc:docMk/>
            <pc:sldMk cId="3863423927" sldId="257"/>
            <ac:picMk id="4" creationId="{BA1AA052-FAE5-5AE8-1513-E5F8397504BF}"/>
          </ac:picMkLst>
        </pc:picChg>
      </pc:sldChg>
      <pc:sldChg chg="addSp modSp new ord">
        <pc:chgData name="India Flores" userId="c8fee04bdb30f278" providerId="Windows Live" clId="Web-{64C4D50E-E3F8-C7FD-9E10-37C33F3974AD}" dt="2025-12-17T21:58:05.729" v="1480" actId="20577"/>
        <pc:sldMkLst>
          <pc:docMk/>
          <pc:sldMk cId="232300455" sldId="258"/>
        </pc:sldMkLst>
        <pc:spChg chg="mod">
          <ac:chgData name="India Flores" userId="c8fee04bdb30f278" providerId="Windows Live" clId="Web-{64C4D50E-E3F8-C7FD-9E10-37C33F3974AD}" dt="2025-12-17T19:39:25.467" v="238" actId="20577"/>
          <ac:spMkLst>
            <pc:docMk/>
            <pc:sldMk cId="232300455" sldId="258"/>
            <ac:spMk id="2" creationId="{0CA04DEC-9965-63F4-9A2D-29E2263D41D5}"/>
          </ac:spMkLst>
        </pc:spChg>
        <pc:spChg chg="mod">
          <ac:chgData name="India Flores" userId="c8fee04bdb30f278" providerId="Windows Live" clId="Web-{64C4D50E-E3F8-C7FD-9E10-37C33F3974AD}" dt="2025-12-17T21:58:05.729" v="1480" actId="20577"/>
          <ac:spMkLst>
            <pc:docMk/>
            <pc:sldMk cId="232300455" sldId="258"/>
            <ac:spMk id="3" creationId="{0B6BA908-A49A-E33C-E473-8B7D23F97E41}"/>
          </ac:spMkLst>
        </pc:spChg>
        <pc:picChg chg="add mod">
          <ac:chgData name="India Flores" userId="c8fee04bdb30f278" providerId="Windows Live" clId="Web-{64C4D50E-E3F8-C7FD-9E10-37C33F3974AD}" dt="2025-12-17T19:39:12.514" v="237" actId="14100"/>
          <ac:picMkLst>
            <pc:docMk/>
            <pc:sldMk cId="232300455" sldId="258"/>
            <ac:picMk id="4" creationId="{5711967B-B50A-D16E-0C19-AA5BEC505C4D}"/>
          </ac:picMkLst>
        </pc:picChg>
        <pc:picChg chg="add mod">
          <ac:chgData name="India Flores" userId="c8fee04bdb30f278" providerId="Windows Live" clId="Web-{64C4D50E-E3F8-C7FD-9E10-37C33F3974AD}" dt="2025-12-17T19:40:23.592" v="242" actId="14100"/>
          <ac:picMkLst>
            <pc:docMk/>
            <pc:sldMk cId="232300455" sldId="258"/>
            <ac:picMk id="5" creationId="{943ED83F-FAB6-19A6-772D-69CF43F330B9}"/>
          </ac:picMkLst>
        </pc:picChg>
      </pc:sldChg>
      <pc:sldChg chg="addSp delSp modSp new">
        <pc:chgData name="India Flores" userId="c8fee04bdb30f278" providerId="Windows Live" clId="Web-{64C4D50E-E3F8-C7FD-9E10-37C33F3974AD}" dt="2025-12-17T21:59:46.307" v="1501" actId="20577"/>
        <pc:sldMkLst>
          <pc:docMk/>
          <pc:sldMk cId="1412307444" sldId="259"/>
        </pc:sldMkLst>
        <pc:spChg chg="mod">
          <ac:chgData name="India Flores" userId="c8fee04bdb30f278" providerId="Windows Live" clId="Web-{64C4D50E-E3F8-C7FD-9E10-37C33F3974AD}" dt="2025-12-17T21:03:42.860" v="473" actId="14100"/>
          <ac:spMkLst>
            <pc:docMk/>
            <pc:sldMk cId="1412307444" sldId="259"/>
            <ac:spMk id="2" creationId="{97128992-9794-C842-6CDE-854755E7CEC5}"/>
          </ac:spMkLst>
        </pc:spChg>
        <pc:spChg chg="add mod">
          <ac:chgData name="India Flores" userId="c8fee04bdb30f278" providerId="Windows Live" clId="Web-{64C4D50E-E3F8-C7FD-9E10-37C33F3974AD}" dt="2025-12-17T21:59:46.307" v="1501" actId="20577"/>
          <ac:spMkLst>
            <pc:docMk/>
            <pc:sldMk cId="1412307444" sldId="259"/>
            <ac:spMk id="7" creationId="{6FE92DAA-1759-F48F-DF3E-349DB488D8FF}"/>
          </ac:spMkLst>
        </pc:spChg>
        <pc:picChg chg="add mod ord">
          <ac:chgData name="India Flores" userId="c8fee04bdb30f278" providerId="Windows Live" clId="Web-{64C4D50E-E3F8-C7FD-9E10-37C33F3974AD}" dt="2025-12-17T21:03:58.375" v="477" actId="1076"/>
          <ac:picMkLst>
            <pc:docMk/>
            <pc:sldMk cId="1412307444" sldId="259"/>
            <ac:picMk id="4" creationId="{7159ADD5-5AA1-595B-ECDE-59CC7B7FDB12}"/>
          </ac:picMkLst>
        </pc:picChg>
        <pc:picChg chg="add mod">
          <ac:chgData name="India Flores" userId="c8fee04bdb30f278" providerId="Windows Live" clId="Web-{64C4D50E-E3F8-C7FD-9E10-37C33F3974AD}" dt="2025-12-17T21:10:44.951" v="553" actId="14100"/>
          <ac:picMkLst>
            <pc:docMk/>
            <pc:sldMk cId="1412307444" sldId="259"/>
            <ac:picMk id="6" creationId="{07FD6999-FAE1-6976-AADC-D67BCDA8B0B2}"/>
          </ac:picMkLst>
        </pc:picChg>
      </pc:sldChg>
      <pc:sldChg chg="addSp delSp modSp new">
        <pc:chgData name="India Flores" userId="c8fee04bdb30f278" providerId="Windows Live" clId="Web-{64C4D50E-E3F8-C7FD-9E10-37C33F3974AD}" dt="2025-12-17T22:00:21.416" v="1505" actId="20577"/>
        <pc:sldMkLst>
          <pc:docMk/>
          <pc:sldMk cId="3668924978" sldId="260"/>
        </pc:sldMkLst>
        <pc:spChg chg="mod">
          <ac:chgData name="India Flores" userId="c8fee04bdb30f278" providerId="Windows Live" clId="Web-{64C4D50E-E3F8-C7FD-9E10-37C33F3974AD}" dt="2025-12-17T21:14:09.701" v="611" actId="14100"/>
          <ac:spMkLst>
            <pc:docMk/>
            <pc:sldMk cId="3668924978" sldId="260"/>
            <ac:spMk id="2" creationId="{52091F1F-20E2-B755-B1D5-8CAF43945F64}"/>
          </ac:spMkLst>
        </pc:spChg>
        <pc:spChg chg="add mod">
          <ac:chgData name="India Flores" userId="c8fee04bdb30f278" providerId="Windows Live" clId="Web-{64C4D50E-E3F8-C7FD-9E10-37C33F3974AD}" dt="2025-12-17T22:00:21.416" v="1505" actId="20577"/>
          <ac:spMkLst>
            <pc:docMk/>
            <pc:sldMk cId="3668924978" sldId="260"/>
            <ac:spMk id="5" creationId="{0377AB61-1F23-0A35-7879-E4404ED450BC}"/>
          </ac:spMkLst>
        </pc:spChg>
        <pc:picChg chg="add mod ord">
          <ac:chgData name="India Flores" userId="c8fee04bdb30f278" providerId="Windows Live" clId="Web-{64C4D50E-E3F8-C7FD-9E10-37C33F3974AD}" dt="2025-12-17T21:14:20.951" v="614" actId="14100"/>
          <ac:picMkLst>
            <pc:docMk/>
            <pc:sldMk cId="3668924978" sldId="260"/>
            <ac:picMk id="4" creationId="{088A1F8D-2ACD-4C5A-805E-F206AAA401FC}"/>
          </ac:picMkLst>
        </pc:picChg>
      </pc:sldChg>
      <pc:sldChg chg="addSp delSp modSp new">
        <pc:chgData name="India Flores" userId="c8fee04bdb30f278" providerId="Windows Live" clId="Web-{64C4D50E-E3F8-C7FD-9E10-37C33F3974AD}" dt="2025-12-17T22:02:30.447" v="1534" actId="20577"/>
        <pc:sldMkLst>
          <pc:docMk/>
          <pc:sldMk cId="3533819067" sldId="261"/>
        </pc:sldMkLst>
        <pc:spChg chg="mod">
          <ac:chgData name="India Flores" userId="c8fee04bdb30f278" providerId="Windows Live" clId="Web-{64C4D50E-E3F8-C7FD-9E10-37C33F3974AD}" dt="2025-12-17T21:21:34.623" v="861" actId="14100"/>
          <ac:spMkLst>
            <pc:docMk/>
            <pc:sldMk cId="3533819067" sldId="261"/>
            <ac:spMk id="2" creationId="{84D00DCB-BFD9-B16B-D6A4-9024532C115C}"/>
          </ac:spMkLst>
        </pc:spChg>
        <pc:spChg chg="add mod">
          <ac:chgData name="India Flores" userId="c8fee04bdb30f278" providerId="Windows Live" clId="Web-{64C4D50E-E3F8-C7FD-9E10-37C33F3974AD}" dt="2025-12-17T22:02:30.447" v="1534" actId="20577"/>
          <ac:spMkLst>
            <pc:docMk/>
            <pc:sldMk cId="3533819067" sldId="261"/>
            <ac:spMk id="6" creationId="{B8820719-29C7-FED9-B938-85F7EDE62D49}"/>
          </ac:spMkLst>
        </pc:spChg>
        <pc:picChg chg="add mod ord">
          <ac:chgData name="India Flores" userId="c8fee04bdb30f278" providerId="Windows Live" clId="Web-{64C4D50E-E3F8-C7FD-9E10-37C33F3974AD}" dt="2025-12-17T21:21:58.670" v="865" actId="14100"/>
          <ac:picMkLst>
            <pc:docMk/>
            <pc:sldMk cId="3533819067" sldId="261"/>
            <ac:picMk id="5" creationId="{FE6D9B68-D22E-31F0-E2AB-49CA3AB90457}"/>
          </ac:picMkLst>
        </pc:picChg>
      </pc:sldChg>
      <pc:sldChg chg="addSp modSp new">
        <pc:chgData name="India Flores" userId="c8fee04bdb30f278" providerId="Windows Live" clId="Web-{64C4D50E-E3F8-C7FD-9E10-37C33F3974AD}" dt="2025-12-17T22:04:39.243" v="1605" actId="20577"/>
        <pc:sldMkLst>
          <pc:docMk/>
          <pc:sldMk cId="104760292" sldId="262"/>
        </pc:sldMkLst>
        <pc:spChg chg="mod">
          <ac:chgData name="India Flores" userId="c8fee04bdb30f278" providerId="Windows Live" clId="Web-{64C4D50E-E3F8-C7FD-9E10-37C33F3974AD}" dt="2025-12-17T21:25:46.480" v="1060" actId="20577"/>
          <ac:spMkLst>
            <pc:docMk/>
            <pc:sldMk cId="104760292" sldId="262"/>
            <ac:spMk id="2" creationId="{E664B35F-196D-C0A9-A70B-586F5AC0A0B9}"/>
          </ac:spMkLst>
        </pc:spChg>
        <pc:spChg chg="mod">
          <ac:chgData name="India Flores" userId="c8fee04bdb30f278" providerId="Windows Live" clId="Web-{64C4D50E-E3F8-C7FD-9E10-37C33F3974AD}" dt="2025-12-17T22:04:39.243" v="1605" actId="20577"/>
          <ac:spMkLst>
            <pc:docMk/>
            <pc:sldMk cId="104760292" sldId="262"/>
            <ac:spMk id="3" creationId="{39916326-AA67-C730-1B0D-71D4EA5ADE55}"/>
          </ac:spMkLst>
        </pc:spChg>
        <pc:picChg chg="add mod">
          <ac:chgData name="India Flores" userId="c8fee04bdb30f278" providerId="Windows Live" clId="Web-{64C4D50E-E3F8-C7FD-9E10-37C33F3974AD}" dt="2025-12-17T21:39:20.185" v="1414" actId="1076"/>
          <ac:picMkLst>
            <pc:docMk/>
            <pc:sldMk cId="104760292" sldId="262"/>
            <ac:picMk id="4" creationId="{3518F5FB-97F8-C206-8298-8E6EC2B991FE}"/>
          </ac:picMkLst>
        </pc:picChg>
      </pc:sldChg>
      <pc:sldChg chg="addSp delSp modSp new ord">
        <pc:chgData name="India Flores" userId="c8fee04bdb30f278" providerId="Windows Live" clId="Web-{64C4D50E-E3F8-C7FD-9E10-37C33F3974AD}" dt="2025-12-17T22:03:31.978" v="1544" actId="20577"/>
        <pc:sldMkLst>
          <pc:docMk/>
          <pc:sldMk cId="1140775922" sldId="263"/>
        </pc:sldMkLst>
        <pc:spChg chg="mod">
          <ac:chgData name="India Flores" userId="c8fee04bdb30f278" providerId="Windows Live" clId="Web-{64C4D50E-E3F8-C7FD-9E10-37C33F3974AD}" dt="2025-12-17T21:30:50.526" v="1254" actId="14100"/>
          <ac:spMkLst>
            <pc:docMk/>
            <pc:sldMk cId="1140775922" sldId="263"/>
            <ac:spMk id="2" creationId="{27701298-1364-6EF7-1147-35113A243FE0}"/>
          </ac:spMkLst>
        </pc:spChg>
        <pc:spChg chg="add mod">
          <ac:chgData name="India Flores" userId="c8fee04bdb30f278" providerId="Windows Live" clId="Web-{64C4D50E-E3F8-C7FD-9E10-37C33F3974AD}" dt="2025-12-17T22:03:31.978" v="1544" actId="20577"/>
          <ac:spMkLst>
            <pc:docMk/>
            <pc:sldMk cId="1140775922" sldId="263"/>
            <ac:spMk id="5" creationId="{35CE01EA-1930-9276-BCD7-0C8D1731A9C9}"/>
          </ac:spMkLst>
        </pc:spChg>
        <pc:picChg chg="add mod ord">
          <ac:chgData name="India Flores" userId="c8fee04bdb30f278" providerId="Windows Live" clId="Web-{64C4D50E-E3F8-C7FD-9E10-37C33F3974AD}" dt="2025-12-17T21:31:47.839" v="1258" actId="1076"/>
          <ac:picMkLst>
            <pc:docMk/>
            <pc:sldMk cId="1140775922" sldId="263"/>
            <ac:picMk id="4" creationId="{959249CC-97EE-05B8-A782-38602518B4E7}"/>
          </ac:picMkLst>
        </pc:picChg>
      </pc:sldChg>
      <pc:sldChg chg="addSp modSp new">
        <pc:chgData name="India Flores" userId="c8fee04bdb30f278" providerId="Windows Live" clId="Web-{64C4D50E-E3F8-C7FD-9E10-37C33F3974AD}" dt="2025-12-17T22:07:58.618" v="1649" actId="1076"/>
        <pc:sldMkLst>
          <pc:docMk/>
          <pc:sldMk cId="141182163" sldId="264"/>
        </pc:sldMkLst>
        <pc:spChg chg="mod">
          <ac:chgData name="India Flores" userId="c8fee04bdb30f278" providerId="Windows Live" clId="Web-{64C4D50E-E3F8-C7FD-9E10-37C33F3974AD}" dt="2025-12-17T22:05:30.009" v="1619" actId="20577"/>
          <ac:spMkLst>
            <pc:docMk/>
            <pc:sldMk cId="141182163" sldId="264"/>
            <ac:spMk id="2" creationId="{ADD42E5A-A761-4918-CACD-7F6A99152DEF}"/>
          </ac:spMkLst>
        </pc:spChg>
        <pc:spChg chg="mod">
          <ac:chgData name="India Flores" userId="c8fee04bdb30f278" providerId="Windows Live" clId="Web-{64C4D50E-E3F8-C7FD-9E10-37C33F3974AD}" dt="2025-12-17T22:06:46.650" v="1641" actId="14100"/>
          <ac:spMkLst>
            <pc:docMk/>
            <pc:sldMk cId="141182163" sldId="264"/>
            <ac:spMk id="3" creationId="{00FD190A-014A-1DD1-3668-A30F35EA0950}"/>
          </ac:spMkLst>
        </pc:spChg>
        <pc:picChg chg="add mod">
          <ac:chgData name="India Flores" userId="c8fee04bdb30f278" providerId="Windows Live" clId="Web-{64C4D50E-E3F8-C7FD-9E10-37C33F3974AD}" dt="2025-12-17T22:07:58.618" v="1649" actId="1076"/>
          <ac:picMkLst>
            <pc:docMk/>
            <pc:sldMk cId="141182163" sldId="264"/>
            <ac:picMk id="4" creationId="{AE0DDD37-3D88-890E-B975-A5DF60109208}"/>
          </ac:picMkLst>
        </pc:picChg>
      </pc:sldChg>
      <pc:sldMasterChg chg="add addSldLayout">
        <pc:chgData name="India Flores" userId="c8fee04bdb30f278" providerId="Windows Live" clId="Web-{64C4D50E-E3F8-C7FD-9E10-37C33F3974AD}" dt="2025-12-17T19:16:01.572" v="0"/>
        <pc:sldMasterMkLst>
          <pc:docMk/>
          <pc:sldMasterMk cId="1960194332" sldId="2147483827"/>
        </pc:sldMasterMkLst>
        <pc:sldLayoutChg chg="add">
          <pc:chgData name="India Flores" userId="c8fee04bdb30f278" providerId="Windows Live" clId="Web-{64C4D50E-E3F8-C7FD-9E10-37C33F3974AD}" dt="2025-12-17T19:16:01.572" v="0"/>
          <pc:sldLayoutMkLst>
            <pc:docMk/>
            <pc:sldMasterMk cId="1960194332" sldId="2147483827"/>
            <pc:sldLayoutMk cId="134699027" sldId="2147483775"/>
          </pc:sldLayoutMkLst>
        </pc:sldLayoutChg>
        <pc:sldLayoutChg chg="add">
          <pc:chgData name="India Flores" userId="c8fee04bdb30f278" providerId="Windows Live" clId="Web-{64C4D50E-E3F8-C7FD-9E10-37C33F3974AD}" dt="2025-12-17T19:16:01.572" v="0"/>
          <pc:sldLayoutMkLst>
            <pc:docMk/>
            <pc:sldMasterMk cId="1960194332" sldId="2147483827"/>
            <pc:sldLayoutMk cId="640559439" sldId="2147483776"/>
          </pc:sldLayoutMkLst>
        </pc:sldLayoutChg>
        <pc:sldLayoutChg chg="add">
          <pc:chgData name="India Flores" userId="c8fee04bdb30f278" providerId="Windows Live" clId="Web-{64C4D50E-E3F8-C7FD-9E10-37C33F3974AD}" dt="2025-12-17T19:16:01.572" v="0"/>
          <pc:sldLayoutMkLst>
            <pc:docMk/>
            <pc:sldMasterMk cId="1960194332" sldId="2147483827"/>
            <pc:sldLayoutMk cId="3875029568" sldId="2147483777"/>
          </pc:sldLayoutMkLst>
        </pc:sldLayoutChg>
        <pc:sldLayoutChg chg="add">
          <pc:chgData name="India Flores" userId="c8fee04bdb30f278" providerId="Windows Live" clId="Web-{64C4D50E-E3F8-C7FD-9E10-37C33F3974AD}" dt="2025-12-17T19:16:01.572" v="0"/>
          <pc:sldLayoutMkLst>
            <pc:docMk/>
            <pc:sldMasterMk cId="1960194332" sldId="2147483827"/>
            <pc:sldLayoutMk cId="4011839843" sldId="2147483778"/>
          </pc:sldLayoutMkLst>
        </pc:sldLayoutChg>
        <pc:sldLayoutChg chg="add">
          <pc:chgData name="India Flores" userId="c8fee04bdb30f278" providerId="Windows Live" clId="Web-{64C4D50E-E3F8-C7FD-9E10-37C33F3974AD}" dt="2025-12-17T19:16:01.572" v="0"/>
          <pc:sldLayoutMkLst>
            <pc:docMk/>
            <pc:sldMasterMk cId="1960194332" sldId="2147483827"/>
            <pc:sldLayoutMk cId="2597968167" sldId="2147483779"/>
          </pc:sldLayoutMkLst>
        </pc:sldLayoutChg>
        <pc:sldLayoutChg chg="add">
          <pc:chgData name="India Flores" userId="c8fee04bdb30f278" providerId="Windows Live" clId="Web-{64C4D50E-E3F8-C7FD-9E10-37C33F3974AD}" dt="2025-12-17T19:16:01.572" v="0"/>
          <pc:sldLayoutMkLst>
            <pc:docMk/>
            <pc:sldMasterMk cId="1960194332" sldId="2147483827"/>
            <pc:sldLayoutMk cId="2133224277" sldId="2147483780"/>
          </pc:sldLayoutMkLst>
        </pc:sldLayoutChg>
        <pc:sldLayoutChg chg="add">
          <pc:chgData name="India Flores" userId="c8fee04bdb30f278" providerId="Windows Live" clId="Web-{64C4D50E-E3F8-C7FD-9E10-37C33F3974AD}" dt="2025-12-17T19:16:01.572" v="0"/>
          <pc:sldLayoutMkLst>
            <pc:docMk/>
            <pc:sldMasterMk cId="1960194332" sldId="2147483827"/>
            <pc:sldLayoutMk cId="916723643" sldId="2147483781"/>
          </pc:sldLayoutMkLst>
        </pc:sldLayoutChg>
        <pc:sldLayoutChg chg="add">
          <pc:chgData name="India Flores" userId="c8fee04bdb30f278" providerId="Windows Live" clId="Web-{64C4D50E-E3F8-C7FD-9E10-37C33F3974AD}" dt="2025-12-17T19:16:01.572" v="0"/>
          <pc:sldLayoutMkLst>
            <pc:docMk/>
            <pc:sldMasterMk cId="1960194332" sldId="2147483827"/>
            <pc:sldLayoutMk cId="3654554541" sldId="2147483782"/>
          </pc:sldLayoutMkLst>
        </pc:sldLayoutChg>
        <pc:sldLayoutChg chg="add">
          <pc:chgData name="India Flores" userId="c8fee04bdb30f278" providerId="Windows Live" clId="Web-{64C4D50E-E3F8-C7FD-9E10-37C33F3974AD}" dt="2025-12-17T19:16:01.572" v="0"/>
          <pc:sldLayoutMkLst>
            <pc:docMk/>
            <pc:sldMasterMk cId="1960194332" sldId="2147483827"/>
            <pc:sldLayoutMk cId="1250685478" sldId="2147483783"/>
          </pc:sldLayoutMkLst>
        </pc:sldLayoutChg>
        <pc:sldLayoutChg chg="add">
          <pc:chgData name="India Flores" userId="c8fee04bdb30f278" providerId="Windows Live" clId="Web-{64C4D50E-E3F8-C7FD-9E10-37C33F3974AD}" dt="2025-12-17T19:16:01.572" v="0"/>
          <pc:sldLayoutMkLst>
            <pc:docMk/>
            <pc:sldMasterMk cId="1960194332" sldId="2147483827"/>
            <pc:sldLayoutMk cId="3620211917" sldId="2147483784"/>
          </pc:sldLayoutMkLst>
        </pc:sldLayoutChg>
        <pc:sldLayoutChg chg="add">
          <pc:chgData name="India Flores" userId="c8fee04bdb30f278" providerId="Windows Live" clId="Web-{64C4D50E-E3F8-C7FD-9E10-37C33F3974AD}" dt="2025-12-17T19:16:01.572" v="0"/>
          <pc:sldLayoutMkLst>
            <pc:docMk/>
            <pc:sldMasterMk cId="1960194332" sldId="2147483827"/>
            <pc:sldLayoutMk cId="2254689243" sldId="2147483785"/>
          </pc:sldLayoutMkLst>
        </pc:sldLayoutChg>
        <pc:sldLayoutChg chg="add">
          <pc:chgData name="India Flores" userId="c8fee04bdb30f278" providerId="Windows Live" clId="Web-{64C4D50E-E3F8-C7FD-9E10-37C33F3974AD}" dt="2025-12-17T19:16:01.572" v="0"/>
          <pc:sldLayoutMkLst>
            <pc:docMk/>
            <pc:sldMasterMk cId="1960194332" sldId="2147483827"/>
            <pc:sldLayoutMk cId="896424129" sldId="2147483786"/>
          </pc:sldLayoutMkLst>
        </pc:sldLayoutChg>
        <pc:sldLayoutChg chg="add">
          <pc:chgData name="India Flores" userId="c8fee04bdb30f278" providerId="Windows Live" clId="Web-{64C4D50E-E3F8-C7FD-9E10-37C33F3974AD}" dt="2025-12-17T19:16:01.572" v="0"/>
          <pc:sldLayoutMkLst>
            <pc:docMk/>
            <pc:sldMasterMk cId="1960194332" sldId="2147483827"/>
            <pc:sldLayoutMk cId="45197720" sldId="2147483787"/>
          </pc:sldLayoutMkLst>
        </pc:sldLayoutChg>
        <pc:sldLayoutChg chg="add">
          <pc:chgData name="India Flores" userId="c8fee04bdb30f278" providerId="Windows Live" clId="Web-{64C4D50E-E3F8-C7FD-9E10-37C33F3974AD}" dt="2025-12-17T19:16:01.572" v="0"/>
          <pc:sldLayoutMkLst>
            <pc:docMk/>
            <pc:sldMasterMk cId="1960194332" sldId="2147483827"/>
            <pc:sldLayoutMk cId="760723646" sldId="2147483788"/>
          </pc:sldLayoutMkLst>
        </pc:sldLayoutChg>
        <pc:sldLayoutChg chg="add">
          <pc:chgData name="India Flores" userId="c8fee04bdb30f278" providerId="Windows Live" clId="Web-{64C4D50E-E3F8-C7FD-9E10-37C33F3974AD}" dt="2025-12-17T19:16:01.572" v="0"/>
          <pc:sldLayoutMkLst>
            <pc:docMk/>
            <pc:sldMasterMk cId="1960194332" sldId="2147483827"/>
            <pc:sldLayoutMk cId="3907102579" sldId="2147483789"/>
          </pc:sldLayoutMkLst>
        </pc:sldLayoutChg>
        <pc:sldLayoutChg chg="add">
          <pc:chgData name="India Flores" userId="c8fee04bdb30f278" providerId="Windows Live" clId="Web-{64C4D50E-E3F8-C7FD-9E10-37C33F3974AD}" dt="2025-12-17T19:16:01.572" v="0"/>
          <pc:sldLayoutMkLst>
            <pc:docMk/>
            <pc:sldMasterMk cId="1960194332" sldId="2147483827"/>
            <pc:sldLayoutMk cId="799529370" sldId="2147483790"/>
          </pc:sldLayoutMkLst>
        </pc:sldLayoutChg>
        <pc:sldLayoutChg chg="add">
          <pc:chgData name="India Flores" userId="c8fee04bdb30f278" providerId="Windows Live" clId="Web-{64C4D50E-E3F8-C7FD-9E10-37C33F3974AD}" dt="2025-12-17T19:16:01.572" v="0"/>
          <pc:sldLayoutMkLst>
            <pc:docMk/>
            <pc:sldMasterMk cId="1960194332" sldId="2147483827"/>
            <pc:sldLayoutMk cId="3983313405" sldId="2147483791"/>
          </pc:sldLayoutMkLst>
        </pc:sldLayoutChg>
        <pc:sldLayoutChg chg="add">
          <pc:chgData name="India Flores" userId="c8fee04bdb30f278" providerId="Windows Live" clId="Web-{64C4D50E-E3F8-C7FD-9E10-37C33F3974AD}" dt="2025-12-17T19:16:01.572" v="0"/>
          <pc:sldLayoutMkLst>
            <pc:docMk/>
            <pc:sldMasterMk cId="1960194332" sldId="2147483827"/>
            <pc:sldLayoutMk cId="4044726605" sldId="2147483792"/>
          </pc:sldLayoutMkLst>
        </pc:sldLayoutChg>
        <pc:sldLayoutChg chg="add">
          <pc:chgData name="India Flores" userId="c8fee04bdb30f278" providerId="Windows Live" clId="Web-{64C4D50E-E3F8-C7FD-9E10-37C33F3974AD}" dt="2025-12-17T19:16:01.572" v="0"/>
          <pc:sldLayoutMkLst>
            <pc:docMk/>
            <pc:sldMasterMk cId="1960194332" sldId="2147483827"/>
            <pc:sldLayoutMk cId="2540320013" sldId="2147483793"/>
          </pc:sldLayoutMkLst>
        </pc:sldLayoutChg>
        <pc:sldLayoutChg chg="add">
          <pc:chgData name="India Flores" userId="c8fee04bdb30f278" providerId="Windows Live" clId="Web-{64C4D50E-E3F8-C7FD-9E10-37C33F3974AD}" dt="2025-12-17T19:16:01.572" v="0"/>
          <pc:sldLayoutMkLst>
            <pc:docMk/>
            <pc:sldMasterMk cId="1960194332" sldId="2147483827"/>
            <pc:sldLayoutMk cId="2646162860" sldId="2147483794"/>
          </pc:sldLayoutMkLst>
        </pc:sldLayoutChg>
        <pc:sldLayoutChg chg="add">
          <pc:chgData name="India Flores" userId="c8fee04bdb30f278" providerId="Windows Live" clId="Web-{64C4D50E-E3F8-C7FD-9E10-37C33F3974AD}" dt="2025-12-17T19:16:01.572" v="0"/>
          <pc:sldLayoutMkLst>
            <pc:docMk/>
            <pc:sldMasterMk cId="1960194332" sldId="2147483827"/>
            <pc:sldLayoutMk cId="1627273161" sldId="2147483795"/>
          </pc:sldLayoutMkLst>
        </pc:sldLayoutChg>
        <pc:sldLayoutChg chg="add">
          <pc:chgData name="India Flores" userId="c8fee04bdb30f278" providerId="Windows Live" clId="Web-{64C4D50E-E3F8-C7FD-9E10-37C33F3974AD}" dt="2025-12-17T19:16:01.572" v="0"/>
          <pc:sldLayoutMkLst>
            <pc:docMk/>
            <pc:sldMasterMk cId="1960194332" sldId="2147483827"/>
            <pc:sldLayoutMk cId="1287830027" sldId="2147483796"/>
          </pc:sldLayoutMkLst>
        </pc:sldLayoutChg>
        <pc:sldLayoutChg chg="add">
          <pc:chgData name="India Flores" userId="c8fee04bdb30f278" providerId="Windows Live" clId="Web-{64C4D50E-E3F8-C7FD-9E10-37C33F3974AD}" dt="2025-12-17T19:16:01.572" v="0"/>
          <pc:sldLayoutMkLst>
            <pc:docMk/>
            <pc:sldMasterMk cId="1960194332" sldId="2147483827"/>
            <pc:sldLayoutMk cId="4058077710" sldId="2147483797"/>
          </pc:sldLayoutMkLst>
        </pc:sldLayoutChg>
        <pc:sldLayoutChg chg="add">
          <pc:chgData name="India Flores" userId="c8fee04bdb30f278" providerId="Windows Live" clId="Web-{64C4D50E-E3F8-C7FD-9E10-37C33F3974AD}" dt="2025-12-17T19:16:01.572" v="0"/>
          <pc:sldLayoutMkLst>
            <pc:docMk/>
            <pc:sldMasterMk cId="1960194332" sldId="2147483827"/>
            <pc:sldLayoutMk cId="109585869" sldId="2147483798"/>
          </pc:sldLayoutMkLst>
        </pc:sldLayoutChg>
        <pc:sldLayoutChg chg="add">
          <pc:chgData name="India Flores" userId="c8fee04bdb30f278" providerId="Windows Live" clId="Web-{64C4D50E-E3F8-C7FD-9E10-37C33F3974AD}" dt="2025-12-17T19:16:01.572" v="0"/>
          <pc:sldLayoutMkLst>
            <pc:docMk/>
            <pc:sldMasterMk cId="1960194332" sldId="2147483827"/>
            <pc:sldLayoutMk cId="170661725" sldId="2147483799"/>
          </pc:sldLayoutMkLst>
        </pc:sldLayoutChg>
        <pc:sldLayoutChg chg="add">
          <pc:chgData name="India Flores" userId="c8fee04bdb30f278" providerId="Windows Live" clId="Web-{64C4D50E-E3F8-C7FD-9E10-37C33F3974AD}" dt="2025-12-17T19:16:01.572" v="0"/>
          <pc:sldLayoutMkLst>
            <pc:docMk/>
            <pc:sldMasterMk cId="1960194332" sldId="2147483827"/>
            <pc:sldLayoutMk cId="469774530" sldId="2147483800"/>
          </pc:sldLayoutMkLst>
        </pc:sldLayoutChg>
        <pc:sldLayoutChg chg="add">
          <pc:chgData name="India Flores" userId="c8fee04bdb30f278" providerId="Windows Live" clId="Web-{64C4D50E-E3F8-C7FD-9E10-37C33F3974AD}" dt="2025-12-17T19:16:01.572" v="0"/>
          <pc:sldLayoutMkLst>
            <pc:docMk/>
            <pc:sldMasterMk cId="1960194332" sldId="2147483827"/>
            <pc:sldLayoutMk cId="2409495801" sldId="2147483801"/>
          </pc:sldLayoutMkLst>
        </pc:sldLayoutChg>
        <pc:sldLayoutChg chg="add">
          <pc:chgData name="India Flores" userId="c8fee04bdb30f278" providerId="Windows Live" clId="Web-{64C4D50E-E3F8-C7FD-9E10-37C33F3974AD}" dt="2025-12-17T19:16:01.572" v="0"/>
          <pc:sldLayoutMkLst>
            <pc:docMk/>
            <pc:sldMasterMk cId="1960194332" sldId="2147483827"/>
            <pc:sldLayoutMk cId="1630081531" sldId="2147483802"/>
          </pc:sldLayoutMkLst>
        </pc:sldLayoutChg>
        <pc:sldLayoutChg chg="add">
          <pc:chgData name="India Flores" userId="c8fee04bdb30f278" providerId="Windows Live" clId="Web-{64C4D50E-E3F8-C7FD-9E10-37C33F3974AD}" dt="2025-12-17T19:16:01.572" v="0"/>
          <pc:sldLayoutMkLst>
            <pc:docMk/>
            <pc:sldMasterMk cId="1960194332" sldId="2147483827"/>
            <pc:sldLayoutMk cId="3974540035" sldId="2147483803"/>
          </pc:sldLayoutMkLst>
        </pc:sldLayoutChg>
        <pc:sldLayoutChg chg="add">
          <pc:chgData name="India Flores" userId="c8fee04bdb30f278" providerId="Windows Live" clId="Web-{64C4D50E-E3F8-C7FD-9E10-37C33F3974AD}" dt="2025-12-17T19:16:01.572" v="0"/>
          <pc:sldLayoutMkLst>
            <pc:docMk/>
            <pc:sldMasterMk cId="1960194332" sldId="2147483827"/>
            <pc:sldLayoutMk cId="1202837525" sldId="2147483804"/>
          </pc:sldLayoutMkLst>
        </pc:sldLayoutChg>
        <pc:sldLayoutChg chg="add">
          <pc:chgData name="India Flores" userId="c8fee04bdb30f278" providerId="Windows Live" clId="Web-{64C4D50E-E3F8-C7FD-9E10-37C33F3974AD}" dt="2025-12-17T19:16:01.572" v="0"/>
          <pc:sldLayoutMkLst>
            <pc:docMk/>
            <pc:sldMasterMk cId="1960194332" sldId="2147483827"/>
            <pc:sldLayoutMk cId="1286349661" sldId="2147483805"/>
          </pc:sldLayoutMkLst>
        </pc:sldLayoutChg>
        <pc:sldLayoutChg chg="add">
          <pc:chgData name="India Flores" userId="c8fee04bdb30f278" providerId="Windows Live" clId="Web-{64C4D50E-E3F8-C7FD-9E10-37C33F3974AD}" dt="2025-12-17T19:16:01.572" v="0"/>
          <pc:sldLayoutMkLst>
            <pc:docMk/>
            <pc:sldMasterMk cId="1960194332" sldId="2147483827"/>
            <pc:sldLayoutMk cId="3396211506" sldId="2147483806"/>
          </pc:sldLayoutMkLst>
        </pc:sldLayoutChg>
        <pc:sldLayoutChg chg="add">
          <pc:chgData name="India Flores" userId="c8fee04bdb30f278" providerId="Windows Live" clId="Web-{64C4D50E-E3F8-C7FD-9E10-37C33F3974AD}" dt="2025-12-17T19:16:01.572" v="0"/>
          <pc:sldLayoutMkLst>
            <pc:docMk/>
            <pc:sldMasterMk cId="1960194332" sldId="2147483827"/>
            <pc:sldLayoutMk cId="3730058684" sldId="2147483807"/>
          </pc:sldLayoutMkLst>
        </pc:sldLayoutChg>
        <pc:sldLayoutChg chg="add">
          <pc:chgData name="India Flores" userId="c8fee04bdb30f278" providerId="Windows Live" clId="Web-{64C4D50E-E3F8-C7FD-9E10-37C33F3974AD}" dt="2025-12-17T19:16:01.572" v="0"/>
          <pc:sldLayoutMkLst>
            <pc:docMk/>
            <pc:sldMasterMk cId="1960194332" sldId="2147483827"/>
            <pc:sldLayoutMk cId="3504470336" sldId="2147483808"/>
          </pc:sldLayoutMkLst>
        </pc:sldLayoutChg>
        <pc:sldLayoutChg chg="add">
          <pc:chgData name="India Flores" userId="c8fee04bdb30f278" providerId="Windows Live" clId="Web-{64C4D50E-E3F8-C7FD-9E10-37C33F3974AD}" dt="2025-12-17T19:16:01.572" v="0"/>
          <pc:sldLayoutMkLst>
            <pc:docMk/>
            <pc:sldMasterMk cId="1960194332" sldId="2147483827"/>
            <pc:sldLayoutMk cId="3582912169" sldId="2147483809"/>
          </pc:sldLayoutMkLst>
        </pc:sldLayoutChg>
        <pc:sldLayoutChg chg="add">
          <pc:chgData name="India Flores" userId="c8fee04bdb30f278" providerId="Windows Live" clId="Web-{64C4D50E-E3F8-C7FD-9E10-37C33F3974AD}" dt="2025-12-17T19:16:01.572" v="0"/>
          <pc:sldLayoutMkLst>
            <pc:docMk/>
            <pc:sldMasterMk cId="1960194332" sldId="2147483827"/>
            <pc:sldLayoutMk cId="1464900793" sldId="2147483810"/>
          </pc:sldLayoutMkLst>
        </pc:sldLayoutChg>
        <pc:sldLayoutChg chg="add">
          <pc:chgData name="India Flores" userId="c8fee04bdb30f278" providerId="Windows Live" clId="Web-{64C4D50E-E3F8-C7FD-9E10-37C33F3974AD}" dt="2025-12-17T19:16:01.572" v="0"/>
          <pc:sldLayoutMkLst>
            <pc:docMk/>
            <pc:sldMasterMk cId="1960194332" sldId="2147483827"/>
            <pc:sldLayoutMk cId="3730504120" sldId="2147483811"/>
          </pc:sldLayoutMkLst>
        </pc:sldLayoutChg>
        <pc:sldLayoutChg chg="add">
          <pc:chgData name="India Flores" userId="c8fee04bdb30f278" providerId="Windows Live" clId="Web-{64C4D50E-E3F8-C7FD-9E10-37C33F3974AD}" dt="2025-12-17T19:16:01.572" v="0"/>
          <pc:sldLayoutMkLst>
            <pc:docMk/>
            <pc:sldMasterMk cId="1960194332" sldId="2147483827"/>
            <pc:sldLayoutMk cId="3107420446" sldId="2147483812"/>
          </pc:sldLayoutMkLst>
        </pc:sldLayoutChg>
        <pc:sldLayoutChg chg="add">
          <pc:chgData name="India Flores" userId="c8fee04bdb30f278" providerId="Windows Live" clId="Web-{64C4D50E-E3F8-C7FD-9E10-37C33F3974AD}" dt="2025-12-17T19:16:01.572" v="0"/>
          <pc:sldLayoutMkLst>
            <pc:docMk/>
            <pc:sldMasterMk cId="1960194332" sldId="2147483827"/>
            <pc:sldLayoutMk cId="4292447484" sldId="2147483813"/>
          </pc:sldLayoutMkLst>
        </pc:sldLayoutChg>
        <pc:sldLayoutChg chg="add">
          <pc:chgData name="India Flores" userId="c8fee04bdb30f278" providerId="Windows Live" clId="Web-{64C4D50E-E3F8-C7FD-9E10-37C33F3974AD}" dt="2025-12-17T19:16:01.572" v="0"/>
          <pc:sldLayoutMkLst>
            <pc:docMk/>
            <pc:sldMasterMk cId="1960194332" sldId="2147483827"/>
            <pc:sldLayoutMk cId="371162794" sldId="2147483814"/>
          </pc:sldLayoutMkLst>
        </pc:sldLayoutChg>
        <pc:sldLayoutChg chg="add">
          <pc:chgData name="India Flores" userId="c8fee04bdb30f278" providerId="Windows Live" clId="Web-{64C4D50E-E3F8-C7FD-9E10-37C33F3974AD}" dt="2025-12-17T19:16:01.572" v="0"/>
          <pc:sldLayoutMkLst>
            <pc:docMk/>
            <pc:sldMasterMk cId="1960194332" sldId="2147483827"/>
            <pc:sldLayoutMk cId="4252096065" sldId="2147483815"/>
          </pc:sldLayoutMkLst>
        </pc:sldLayoutChg>
        <pc:sldLayoutChg chg="add">
          <pc:chgData name="India Flores" userId="c8fee04bdb30f278" providerId="Windows Live" clId="Web-{64C4D50E-E3F8-C7FD-9E10-37C33F3974AD}" dt="2025-12-17T19:16:01.572" v="0"/>
          <pc:sldLayoutMkLst>
            <pc:docMk/>
            <pc:sldMasterMk cId="1960194332" sldId="2147483827"/>
            <pc:sldLayoutMk cId="2828356827" sldId="2147483816"/>
          </pc:sldLayoutMkLst>
        </pc:sldLayoutChg>
        <pc:sldLayoutChg chg="add">
          <pc:chgData name="India Flores" userId="c8fee04bdb30f278" providerId="Windows Live" clId="Web-{64C4D50E-E3F8-C7FD-9E10-37C33F3974AD}" dt="2025-12-17T19:16:01.572" v="0"/>
          <pc:sldLayoutMkLst>
            <pc:docMk/>
            <pc:sldMasterMk cId="1960194332" sldId="2147483827"/>
            <pc:sldLayoutMk cId="3319378711" sldId="2147483817"/>
          </pc:sldLayoutMkLst>
        </pc:sldLayoutChg>
        <pc:sldLayoutChg chg="add">
          <pc:chgData name="India Flores" userId="c8fee04bdb30f278" providerId="Windows Live" clId="Web-{64C4D50E-E3F8-C7FD-9E10-37C33F3974AD}" dt="2025-12-17T19:16:01.572" v="0"/>
          <pc:sldLayoutMkLst>
            <pc:docMk/>
            <pc:sldMasterMk cId="1960194332" sldId="2147483827"/>
            <pc:sldLayoutMk cId="2983910655" sldId="2147483818"/>
          </pc:sldLayoutMkLst>
        </pc:sldLayoutChg>
        <pc:sldLayoutChg chg="add">
          <pc:chgData name="India Flores" userId="c8fee04bdb30f278" providerId="Windows Live" clId="Web-{64C4D50E-E3F8-C7FD-9E10-37C33F3974AD}" dt="2025-12-17T19:16:01.572" v="0"/>
          <pc:sldLayoutMkLst>
            <pc:docMk/>
            <pc:sldMasterMk cId="1960194332" sldId="2147483827"/>
            <pc:sldLayoutMk cId="3732499979" sldId="2147483819"/>
          </pc:sldLayoutMkLst>
        </pc:sldLayoutChg>
        <pc:sldLayoutChg chg="add">
          <pc:chgData name="India Flores" userId="c8fee04bdb30f278" providerId="Windows Live" clId="Web-{64C4D50E-E3F8-C7FD-9E10-37C33F3974AD}" dt="2025-12-17T19:16:01.572" v="0"/>
          <pc:sldLayoutMkLst>
            <pc:docMk/>
            <pc:sldMasterMk cId="1960194332" sldId="2147483827"/>
            <pc:sldLayoutMk cId="408581972" sldId="2147483820"/>
          </pc:sldLayoutMkLst>
        </pc:sldLayoutChg>
        <pc:sldLayoutChg chg="add">
          <pc:chgData name="India Flores" userId="c8fee04bdb30f278" providerId="Windows Live" clId="Web-{64C4D50E-E3F8-C7FD-9E10-37C33F3974AD}" dt="2025-12-17T19:16:01.572" v="0"/>
          <pc:sldLayoutMkLst>
            <pc:docMk/>
            <pc:sldMasterMk cId="1960194332" sldId="2147483827"/>
            <pc:sldLayoutMk cId="1507963595" sldId="2147483821"/>
          </pc:sldLayoutMkLst>
        </pc:sldLayoutChg>
        <pc:sldLayoutChg chg="add">
          <pc:chgData name="India Flores" userId="c8fee04bdb30f278" providerId="Windows Live" clId="Web-{64C4D50E-E3F8-C7FD-9E10-37C33F3974AD}" dt="2025-12-17T19:16:01.572" v="0"/>
          <pc:sldLayoutMkLst>
            <pc:docMk/>
            <pc:sldMasterMk cId="1960194332" sldId="2147483827"/>
            <pc:sldLayoutMk cId="3462722418" sldId="2147483822"/>
          </pc:sldLayoutMkLst>
        </pc:sldLayoutChg>
        <pc:sldLayoutChg chg="add">
          <pc:chgData name="India Flores" userId="c8fee04bdb30f278" providerId="Windows Live" clId="Web-{64C4D50E-E3F8-C7FD-9E10-37C33F3974AD}" dt="2025-12-17T19:16:01.572" v="0"/>
          <pc:sldLayoutMkLst>
            <pc:docMk/>
            <pc:sldMasterMk cId="1960194332" sldId="2147483827"/>
            <pc:sldLayoutMk cId="2197464042" sldId="2147483823"/>
          </pc:sldLayoutMkLst>
        </pc:sldLayoutChg>
        <pc:sldLayoutChg chg="add">
          <pc:chgData name="India Flores" userId="c8fee04bdb30f278" providerId="Windows Live" clId="Web-{64C4D50E-E3F8-C7FD-9E10-37C33F3974AD}" dt="2025-12-17T19:16:01.572" v="0"/>
          <pc:sldLayoutMkLst>
            <pc:docMk/>
            <pc:sldMasterMk cId="1960194332" sldId="2147483827"/>
            <pc:sldLayoutMk cId="1102021467" sldId="2147483824"/>
          </pc:sldLayoutMkLst>
        </pc:sldLayoutChg>
        <pc:sldLayoutChg chg="add">
          <pc:chgData name="India Flores" userId="c8fee04bdb30f278" providerId="Windows Live" clId="Web-{64C4D50E-E3F8-C7FD-9E10-37C33F3974AD}" dt="2025-12-17T19:16:01.572" v="0"/>
          <pc:sldLayoutMkLst>
            <pc:docMk/>
            <pc:sldMasterMk cId="1960194332" sldId="2147483827"/>
            <pc:sldLayoutMk cId="3181274029" sldId="2147483825"/>
          </pc:sldLayoutMkLst>
        </pc:sldLayoutChg>
        <pc:sldLayoutChg chg="add">
          <pc:chgData name="India Flores" userId="c8fee04bdb30f278" providerId="Windows Live" clId="Web-{64C4D50E-E3F8-C7FD-9E10-37C33F3974AD}" dt="2025-12-17T19:16:01.572" v="0"/>
          <pc:sldLayoutMkLst>
            <pc:docMk/>
            <pc:sldMasterMk cId="1960194332" sldId="2147483827"/>
            <pc:sldLayoutMk cId="4176597105" sldId="2147483826"/>
          </pc:sldLayoutMkLst>
        </pc:sldLayoutChg>
      </pc:sldMaster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Photo 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9768" y="411480"/>
            <a:ext cx="5330952" cy="3739896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62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9768" y="4873752"/>
            <a:ext cx="4517136" cy="1380744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10" name="Picture Placeholder 6">
            <a:extLst>
              <a:ext uri="{FF2B5EF4-FFF2-40B4-BE49-F238E27FC236}">
                <a16:creationId xmlns:a16="http://schemas.microsoft.com/office/drawing/2014/main" id="{DEE3B02A-3B83-3083-3F07-26E25C6C135D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517248" y="0"/>
            <a:ext cx="5674753" cy="6399152"/>
          </a:xfrm>
          <a:custGeom>
            <a:avLst/>
            <a:gdLst>
              <a:gd name="connsiteX0" fmla="*/ 0 w 5674753"/>
              <a:gd name="connsiteY0" fmla="*/ 0 h 6399152"/>
              <a:gd name="connsiteX1" fmla="*/ 5674753 w 5674753"/>
              <a:gd name="connsiteY1" fmla="*/ 0 h 6399152"/>
              <a:gd name="connsiteX2" fmla="*/ 5674753 w 5674753"/>
              <a:gd name="connsiteY2" fmla="*/ 6399152 h 6399152"/>
              <a:gd name="connsiteX3" fmla="*/ 601996 w 5674753"/>
              <a:gd name="connsiteY3" fmla="*/ 6399152 h 6399152"/>
              <a:gd name="connsiteX4" fmla="*/ 0 w 5674753"/>
              <a:gd name="connsiteY4" fmla="*/ 5797156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674753" h="6399152">
                <a:moveTo>
                  <a:pt x="0" y="0"/>
                </a:moveTo>
                <a:lnTo>
                  <a:pt x="5674753" y="0"/>
                </a:lnTo>
                <a:lnTo>
                  <a:pt x="5674753" y="6399152"/>
                </a:lnTo>
                <a:lnTo>
                  <a:pt x="601996" y="6399152"/>
                </a:lnTo>
                <a:cubicBezTo>
                  <a:pt x="269523" y="6399152"/>
                  <a:pt x="0" y="6129629"/>
                  <a:pt x="0" y="5797156"/>
                </a:cubicBezTo>
                <a:close/>
              </a:path>
            </a:pathLst>
          </a:custGeom>
          <a:blipFill dpi="0" rotWithShape="1">
            <a:blip r:embed="rId2"/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fld id="{EF118477-BA54-4B0E-9EC5-D8568300CAF2}" type="datetime1">
              <a:rPr lang="en-US" smtClean="0"/>
              <a:t>12/24/2025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127402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8E53AA-13B8-469A-87B0-FF7C74E1EADE}" type="datetime1">
              <a:rPr lang="en-US" smtClean="0"/>
              <a:t>12/24/2025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20214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Photo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269480" y="411480"/>
            <a:ext cx="4361688" cy="3968496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48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69480" y="4873752"/>
            <a:ext cx="4206240" cy="1380744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11" name="Picture Placeholder 6">
            <a:extLst>
              <a:ext uri="{FF2B5EF4-FFF2-40B4-BE49-F238E27FC236}">
                <a16:creationId xmlns:a16="http://schemas.microsoft.com/office/drawing/2014/main" id="{1D6AB98B-BD95-F9FC-BB22-1A89B6EE324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6604503" cy="6399152"/>
          </a:xfrm>
          <a:custGeom>
            <a:avLst/>
            <a:gdLst>
              <a:gd name="connsiteX0" fmla="*/ 0 w 6604503"/>
              <a:gd name="connsiteY0" fmla="*/ 0 h 6399152"/>
              <a:gd name="connsiteX1" fmla="*/ 6604503 w 6604503"/>
              <a:gd name="connsiteY1" fmla="*/ 0 h 6399152"/>
              <a:gd name="connsiteX2" fmla="*/ 6604503 w 6604503"/>
              <a:gd name="connsiteY2" fmla="*/ 5797156 h 6399152"/>
              <a:gd name="connsiteX3" fmla="*/ 6002507 w 6604503"/>
              <a:gd name="connsiteY3" fmla="*/ 6399152 h 6399152"/>
              <a:gd name="connsiteX4" fmla="*/ 0 w 6604503"/>
              <a:gd name="connsiteY4" fmla="*/ 6399152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604503" h="6399152">
                <a:moveTo>
                  <a:pt x="0" y="0"/>
                </a:moveTo>
                <a:lnTo>
                  <a:pt x="6604503" y="0"/>
                </a:lnTo>
                <a:lnTo>
                  <a:pt x="6604503" y="5797156"/>
                </a:lnTo>
                <a:cubicBezTo>
                  <a:pt x="6604503" y="6129629"/>
                  <a:pt x="6334980" y="6399152"/>
                  <a:pt x="6002507" y="6399152"/>
                </a:cubicBezTo>
                <a:lnTo>
                  <a:pt x="0" y="6399152"/>
                </a:lnTo>
                <a:close/>
              </a:path>
            </a:pathLst>
          </a:custGeom>
          <a:blipFill dpi="0" rotWithShape="1">
            <a:blip r:embed="rId2">
              <a:alphaModFix amt="75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fld id="{5B3B0F7F-6AD6-4AF0-8BB1-D49CE0F9F622}" type="datetime1">
              <a:rPr lang="en-US" smtClean="0"/>
              <a:t>12/24/2025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659710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Photo 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9768" y="411480"/>
            <a:ext cx="4590288" cy="3739896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50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9768" y="4873752"/>
            <a:ext cx="4206240" cy="1380744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15" name="Picture Placeholder 6">
            <a:extLst>
              <a:ext uri="{FF2B5EF4-FFF2-40B4-BE49-F238E27FC236}">
                <a16:creationId xmlns:a16="http://schemas.microsoft.com/office/drawing/2014/main" id="{3D161DAC-42AF-C3D9-37A1-04B90F30DEED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586160" y="0"/>
            <a:ext cx="6605841" cy="6399152"/>
          </a:xfrm>
          <a:custGeom>
            <a:avLst/>
            <a:gdLst>
              <a:gd name="connsiteX0" fmla="*/ 0 w 6605841"/>
              <a:gd name="connsiteY0" fmla="*/ 0 h 6399152"/>
              <a:gd name="connsiteX1" fmla="*/ 6605841 w 6605841"/>
              <a:gd name="connsiteY1" fmla="*/ 0 h 6399152"/>
              <a:gd name="connsiteX2" fmla="*/ 6605841 w 6605841"/>
              <a:gd name="connsiteY2" fmla="*/ 6399152 h 6399152"/>
              <a:gd name="connsiteX3" fmla="*/ 601995 w 6605841"/>
              <a:gd name="connsiteY3" fmla="*/ 6399152 h 6399152"/>
              <a:gd name="connsiteX4" fmla="*/ 0 w 6605841"/>
              <a:gd name="connsiteY4" fmla="*/ 5797156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605841" h="6399152">
                <a:moveTo>
                  <a:pt x="0" y="0"/>
                </a:moveTo>
                <a:lnTo>
                  <a:pt x="6605841" y="0"/>
                </a:lnTo>
                <a:lnTo>
                  <a:pt x="6605841" y="6399152"/>
                </a:lnTo>
                <a:lnTo>
                  <a:pt x="601995" y="6399152"/>
                </a:lnTo>
                <a:cubicBezTo>
                  <a:pt x="269522" y="6399152"/>
                  <a:pt x="0" y="6129629"/>
                  <a:pt x="0" y="5797156"/>
                </a:cubicBezTo>
                <a:close/>
              </a:path>
            </a:pathLst>
          </a:custGeom>
          <a:blipFill dpi="0" rotWithShape="1">
            <a:blip r:embed="rId2">
              <a:alphaModFix amt="75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fld id="{016F69B6-6D5E-4363-B374-18E94027D1E6}" type="datetime1">
              <a:rPr lang="en-US" smtClean="0"/>
              <a:t>12/24/2025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69902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Photo 4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9768" y="5276088"/>
            <a:ext cx="11347704" cy="786384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44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9768" y="5980176"/>
            <a:ext cx="11347704" cy="530352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buNone/>
              <a:defRPr lang="en-US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A9E06FED-92D3-C4D6-28D7-600D842F7AC3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1733150" cy="5135804"/>
          </a:xfrm>
          <a:custGeom>
            <a:avLst/>
            <a:gdLst>
              <a:gd name="connsiteX0" fmla="*/ 0 w 11733150"/>
              <a:gd name="connsiteY0" fmla="*/ 0 h 5135804"/>
              <a:gd name="connsiteX1" fmla="*/ 11733150 w 11733150"/>
              <a:gd name="connsiteY1" fmla="*/ 0 h 5135804"/>
              <a:gd name="connsiteX2" fmla="*/ 11733150 w 11733150"/>
              <a:gd name="connsiteY2" fmla="*/ 4533808 h 5135804"/>
              <a:gd name="connsiteX3" fmla="*/ 11131154 w 11733150"/>
              <a:gd name="connsiteY3" fmla="*/ 5135804 h 5135804"/>
              <a:gd name="connsiteX4" fmla="*/ 0 w 11733150"/>
              <a:gd name="connsiteY4" fmla="*/ 5135804 h 51358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733150" h="5135804">
                <a:moveTo>
                  <a:pt x="0" y="0"/>
                </a:moveTo>
                <a:lnTo>
                  <a:pt x="11733150" y="0"/>
                </a:lnTo>
                <a:lnTo>
                  <a:pt x="11733150" y="4533808"/>
                </a:lnTo>
                <a:cubicBezTo>
                  <a:pt x="11733150" y="4866281"/>
                  <a:pt x="11463627" y="5135804"/>
                  <a:pt x="11131154" y="5135804"/>
                </a:cubicBezTo>
                <a:lnTo>
                  <a:pt x="0" y="5135804"/>
                </a:lnTo>
                <a:close/>
              </a:path>
            </a:pathLst>
          </a:custGeom>
          <a:blipFill dpi="0" rotWithShape="1">
            <a:blip r:embed="rId2">
              <a:alphaModFix amt="75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7160" y="6519672"/>
            <a:ext cx="3494314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fld id="{4DEE5A9B-1189-4B03-AA34-8ABCB3EDCE59}" type="datetime1">
              <a:rPr lang="en-US" smtClean="0"/>
              <a:t>12/24/2025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876521" y="6519672"/>
            <a:ext cx="2805405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32162" y="6519672"/>
            <a:ext cx="429207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055943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9768" y="493776"/>
            <a:ext cx="8028432" cy="432511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80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9768" y="5065776"/>
            <a:ext cx="5431536" cy="1188720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FED32A50-3A67-42D0-AFC3-9798A621A2DF}" type="datetime1">
              <a:rPr lang="en-US" smtClean="0"/>
              <a:t>12/24/2025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502956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08176" y="1536192"/>
            <a:ext cx="9171432" cy="2615184"/>
          </a:xfrm>
        </p:spPr>
        <p:txBody>
          <a:bodyPr anchor="ctr">
            <a:normAutofit/>
          </a:bodyPr>
          <a:lstStyle>
            <a:lvl1pPr algn="ctr">
              <a:defRPr sz="540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08176" y="5111496"/>
            <a:ext cx="9171432" cy="11430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B65698FC-C9DA-44B4-AC6C-01EEA7EAAA4C}" type="datetime1">
              <a:rPr lang="en-US" smtClean="0"/>
              <a:t>12/24/2025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183984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3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9768" y="438912"/>
            <a:ext cx="11494008" cy="4654296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125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9768" y="5170516"/>
            <a:ext cx="4800600" cy="1083980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29ECA0D2-D30D-4484-8941-E31C1541BC59}" type="datetime1">
              <a:rPr lang="en-US" smtClean="0"/>
              <a:t>12/24/2025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796816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827A12A6-507C-2714-2F24-09ADE11584C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3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892EA34-13CC-54C1-DE3D-4F1D5D55C9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1810512"/>
            <a:ext cx="8961120" cy="4654296"/>
          </a:xfrm>
        </p:spPr>
        <p:txBody>
          <a:bodyPr anchor="b">
            <a:normAutofit/>
          </a:bodyPr>
          <a:lstStyle>
            <a:lvl1pPr>
              <a:defRPr sz="60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845713-EE4C-7615-B812-531C14CF0C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BFA793B8-7270-4493-83ED-C07D34603133}" type="datetime1">
              <a:rPr lang="en-US" smtClean="0"/>
              <a:t>12/24/2025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1849E7-8E94-3B02-239C-AAB481596B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644BD7-C050-D052-8408-65ADAAF674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84145AC3-CC88-4C8A-A6CE-8D44921B6A2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322427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411480"/>
            <a:ext cx="11045952" cy="1828800"/>
          </a:xfrm>
        </p:spPr>
        <p:txBody>
          <a:bodyPr anchor="t">
            <a:normAutofit/>
          </a:bodyPr>
          <a:lstStyle>
            <a:lvl1pPr>
              <a:defRPr sz="80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694744" y="2423160"/>
            <a:ext cx="5780976" cy="3858768"/>
          </a:xfrm>
        </p:spPr>
        <p:txBody>
          <a:bodyPr vert="horz" lIns="91440" tIns="45720" rIns="91440" bIns="45720" rtlCol="0">
            <a:normAutofit/>
          </a:bodyPr>
          <a:lstStyle>
            <a:lvl1pPr marL="457200" indent="-457200">
              <a:buFont typeface="+mj-lt"/>
              <a:buAutoNum type="arabicPeriod"/>
              <a:defRPr lang="en-US" dirty="0"/>
            </a:lvl1pPr>
            <a:lvl2pPr marL="571500" indent="-342900">
              <a:buFont typeface="+mj-lt"/>
              <a:buAutoNum type="arabicPeriod"/>
              <a:defRPr lang="en-US" dirty="0"/>
            </a:lvl2pPr>
            <a:lvl3pPr marL="800100" indent="-342900">
              <a:buFont typeface="+mj-lt"/>
              <a:buAutoNum type="arabicPeriod"/>
              <a:defRPr lang="en-US" dirty="0"/>
            </a:lvl3pPr>
            <a:lvl4pPr>
              <a:buFont typeface="+mj-lt"/>
              <a:buAutoNum type="arabicPeriod"/>
              <a:defRPr lang="en-US" dirty="0"/>
            </a:lvl4pPr>
            <a:lvl5pPr>
              <a:buFont typeface="+mj-lt"/>
              <a:buAutoNum type="arabicPeriod"/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3AD26B-DEF0-4EC5-90CD-3C7B79EC8572}" type="datetime1">
              <a:rPr lang="en-US" smtClean="0"/>
              <a:t>12/24/2025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672364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Photo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91006" y="998230"/>
            <a:ext cx="3951469" cy="1947672"/>
          </a:xfrm>
        </p:spPr>
        <p:txBody>
          <a:bodyPr anchor="b">
            <a:normAutofit/>
          </a:bodyPr>
          <a:lstStyle>
            <a:lvl1pPr>
              <a:defRPr sz="44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9" name="Picture Placeholder 3">
            <a:extLst>
              <a:ext uri="{FF2B5EF4-FFF2-40B4-BE49-F238E27FC236}">
                <a16:creationId xmlns:a16="http://schemas.microsoft.com/office/drawing/2014/main" id="{DD60ACDC-1760-F721-E270-0D2FC4872DF2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7002464" cy="6399152"/>
          </a:xfrm>
          <a:custGeom>
            <a:avLst/>
            <a:gdLst>
              <a:gd name="connsiteX0" fmla="*/ 0 w 7002464"/>
              <a:gd name="connsiteY0" fmla="*/ 0 h 6399152"/>
              <a:gd name="connsiteX1" fmla="*/ 7002464 w 7002464"/>
              <a:gd name="connsiteY1" fmla="*/ 0 h 6399152"/>
              <a:gd name="connsiteX2" fmla="*/ 7002464 w 7002464"/>
              <a:gd name="connsiteY2" fmla="*/ 5797156 h 6399152"/>
              <a:gd name="connsiteX3" fmla="*/ 6400468 w 7002464"/>
              <a:gd name="connsiteY3" fmla="*/ 6399152 h 6399152"/>
              <a:gd name="connsiteX4" fmla="*/ 0 w 7002464"/>
              <a:gd name="connsiteY4" fmla="*/ 6399152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02464" h="6399152">
                <a:moveTo>
                  <a:pt x="0" y="0"/>
                </a:moveTo>
                <a:lnTo>
                  <a:pt x="7002464" y="0"/>
                </a:lnTo>
                <a:lnTo>
                  <a:pt x="7002464" y="5797156"/>
                </a:lnTo>
                <a:cubicBezTo>
                  <a:pt x="7002464" y="6129629"/>
                  <a:pt x="6732941" y="6399152"/>
                  <a:pt x="6400468" y="6399152"/>
                </a:cubicBezTo>
                <a:lnTo>
                  <a:pt x="0" y="6399152"/>
                </a:lnTo>
                <a:close/>
              </a:path>
            </a:pathLst>
          </a:custGeom>
          <a:blipFill dpi="0" rotWithShape="1">
            <a:blip r:embed="rId2">
              <a:alphaModFix amt="65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691007" y="3099815"/>
            <a:ext cx="3951469" cy="3084599"/>
          </a:xfrm>
        </p:spPr>
        <p:txBody>
          <a:bodyPr>
            <a:normAutofit/>
          </a:bodyPr>
          <a:lstStyle>
            <a:lvl1pPr marL="342900" indent="-342900">
              <a:buFont typeface="+mj-lt"/>
              <a:buAutoNum type="arabicPeriod"/>
              <a:defRPr sz="1800"/>
            </a:lvl1pPr>
            <a:lvl2pPr marL="571500" indent="-342900">
              <a:buFont typeface="+mj-lt"/>
              <a:buAutoNum type="arabicPeriod"/>
              <a:defRPr sz="1600"/>
            </a:lvl2pPr>
            <a:lvl3pPr marL="800100" indent="-342900">
              <a:buFont typeface="+mj-lt"/>
              <a:buAutoNum type="arabicPeriod"/>
              <a:defRPr sz="1400"/>
            </a:lvl3pPr>
            <a:lvl4pPr marL="914400" indent="-228600">
              <a:buFont typeface="+mj-lt"/>
              <a:buAutoNum type="arabicPeriod"/>
              <a:defRPr sz="1400"/>
            </a:lvl4pPr>
            <a:lvl5pPr marL="1143000" indent="-228600">
              <a:buFont typeface="+mj-lt"/>
              <a:buAutoNum type="arabicPeriod"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BCA36A28-16B8-4B74-ADBC-086BC21557C6}" type="datetime1">
              <a:rPr lang="en-US" smtClean="0"/>
              <a:t>12/24/2025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455454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4984" y="2478024"/>
            <a:ext cx="4325112" cy="2454796"/>
          </a:xfrm>
        </p:spPr>
        <p:txBody>
          <a:bodyPr anchor="t">
            <a:norm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D633F00-464B-3088-812A-40496FD102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273800" y="2478024"/>
            <a:ext cx="4325112" cy="2454796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7807CC-3A12-4A50-A3BE-C6063551B4A3}" type="datetime1">
              <a:rPr lang="en-US" smtClean="0"/>
              <a:t>12/24/2025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068547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4984" y="2039112"/>
            <a:ext cx="3813048" cy="3538728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42D62A0-8127-CE86-0633-0D65E1E136F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22392" y="2039112"/>
            <a:ext cx="5047488" cy="353872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US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B40E33-4FBE-4166-8E4D-D16E2368EAF9}" type="datetime1">
              <a:rPr lang="en-US" smtClean="0"/>
              <a:t>12/24/2025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021191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1600200"/>
            <a:ext cx="4142232" cy="4636008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FB4667A-FE47-8556-FD3A-55FDBA801D7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22392" y="1600200"/>
            <a:ext cx="5788152" cy="463600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7688B5-3E47-407E-A4D5-0E98E41979E9}" type="datetime1">
              <a:rPr lang="en-US" smtClean="0"/>
              <a:t>12/24/2025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468924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7" y="640079"/>
            <a:ext cx="4032505" cy="3621024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22392" y="640715"/>
            <a:ext cx="5968098" cy="571976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29CD1-440F-4DE5-9914-1074B1963E64}" type="datetime1">
              <a:rPr lang="en-US" smtClean="0"/>
              <a:t>12/24/2025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642412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640080"/>
            <a:ext cx="3493008" cy="3621024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425696" y="640080"/>
            <a:ext cx="7159752" cy="5724144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155DF8-55DB-438A-B328-5A22697F5E96}" type="datetime1">
              <a:rPr lang="en-US" smtClean="0"/>
              <a:t>12/24/2025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19772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50408" y="548640"/>
            <a:ext cx="6035040" cy="1143000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C1AB8ED2-AD91-CB22-5624-BD41AB32529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4844052" cy="6399152"/>
          </a:xfrm>
          <a:custGeom>
            <a:avLst/>
            <a:gdLst>
              <a:gd name="connsiteX0" fmla="*/ 0 w 4844052"/>
              <a:gd name="connsiteY0" fmla="*/ 0 h 6399152"/>
              <a:gd name="connsiteX1" fmla="*/ 4844052 w 4844052"/>
              <a:gd name="connsiteY1" fmla="*/ 0 h 6399152"/>
              <a:gd name="connsiteX2" fmla="*/ 4844052 w 4844052"/>
              <a:gd name="connsiteY2" fmla="*/ 5795922 h 6399152"/>
              <a:gd name="connsiteX3" fmla="*/ 4240822 w 4844052"/>
              <a:gd name="connsiteY3" fmla="*/ 6399152 h 6399152"/>
              <a:gd name="connsiteX4" fmla="*/ 0 w 4844052"/>
              <a:gd name="connsiteY4" fmla="*/ 6399152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844052" h="6399152">
                <a:moveTo>
                  <a:pt x="0" y="0"/>
                </a:moveTo>
                <a:lnTo>
                  <a:pt x="4844052" y="0"/>
                </a:lnTo>
                <a:lnTo>
                  <a:pt x="4844052" y="5795922"/>
                </a:lnTo>
                <a:cubicBezTo>
                  <a:pt x="4844052" y="6129077"/>
                  <a:pt x="4573977" y="6399152"/>
                  <a:pt x="4240822" y="6399152"/>
                </a:cubicBezTo>
                <a:lnTo>
                  <a:pt x="0" y="6399152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550408" y="1828800"/>
            <a:ext cx="6035040" cy="448970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B9F2D74A-71A1-4609-9BED-C43EBEF2D096}" type="datetime1">
              <a:rPr lang="en-US" smtClean="0"/>
              <a:t>12/24/2025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072364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548640"/>
            <a:ext cx="6135624" cy="1143000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9768" y="1828800"/>
            <a:ext cx="6135624" cy="448970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D436AA50-FCF9-9A32-68F8-A124C794908D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7353304" y="0"/>
            <a:ext cx="4838696" cy="6399152"/>
          </a:xfrm>
          <a:custGeom>
            <a:avLst/>
            <a:gdLst>
              <a:gd name="connsiteX0" fmla="*/ 0 w 4838696"/>
              <a:gd name="connsiteY0" fmla="*/ 0 h 6399152"/>
              <a:gd name="connsiteX1" fmla="*/ 4838696 w 4838696"/>
              <a:gd name="connsiteY1" fmla="*/ 0 h 6399152"/>
              <a:gd name="connsiteX2" fmla="*/ 4838696 w 4838696"/>
              <a:gd name="connsiteY2" fmla="*/ 6399152 h 6399152"/>
              <a:gd name="connsiteX3" fmla="*/ 603230 w 4838696"/>
              <a:gd name="connsiteY3" fmla="*/ 6399152 h 6399152"/>
              <a:gd name="connsiteX4" fmla="*/ 0 w 4838696"/>
              <a:gd name="connsiteY4" fmla="*/ 5795922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838696" h="6399152">
                <a:moveTo>
                  <a:pt x="0" y="0"/>
                </a:moveTo>
                <a:lnTo>
                  <a:pt x="4838696" y="0"/>
                </a:lnTo>
                <a:lnTo>
                  <a:pt x="4838696" y="6399152"/>
                </a:lnTo>
                <a:lnTo>
                  <a:pt x="603230" y="6399152"/>
                </a:lnTo>
                <a:cubicBezTo>
                  <a:pt x="270075" y="6399152"/>
                  <a:pt x="0" y="6129077"/>
                  <a:pt x="0" y="5795922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9B868B-869A-478B-B17A-F3477F1ABEB8}" type="datetime1">
              <a:rPr lang="en-US" smtClean="0"/>
              <a:t>12/24/2025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710257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0076" y="320040"/>
            <a:ext cx="6766560" cy="932688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1B32E518-8213-A79A-7E36-BA4D782F8ED4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4147926" cy="6399152"/>
          </a:xfrm>
          <a:custGeom>
            <a:avLst/>
            <a:gdLst>
              <a:gd name="connsiteX0" fmla="*/ 0 w 4147926"/>
              <a:gd name="connsiteY0" fmla="*/ 0 h 6399152"/>
              <a:gd name="connsiteX1" fmla="*/ 4147926 w 4147926"/>
              <a:gd name="connsiteY1" fmla="*/ 0 h 6399152"/>
              <a:gd name="connsiteX2" fmla="*/ 4147926 w 4147926"/>
              <a:gd name="connsiteY2" fmla="*/ 5795922 h 6399152"/>
              <a:gd name="connsiteX3" fmla="*/ 3544696 w 4147926"/>
              <a:gd name="connsiteY3" fmla="*/ 6399152 h 6399152"/>
              <a:gd name="connsiteX4" fmla="*/ 0 w 4147926"/>
              <a:gd name="connsiteY4" fmla="*/ 6399152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147926" h="6399152">
                <a:moveTo>
                  <a:pt x="0" y="0"/>
                </a:moveTo>
                <a:lnTo>
                  <a:pt x="4147926" y="0"/>
                </a:lnTo>
                <a:lnTo>
                  <a:pt x="4147926" y="5795922"/>
                </a:lnTo>
                <a:cubicBezTo>
                  <a:pt x="4147926" y="6129077"/>
                  <a:pt x="3877851" y="6399152"/>
                  <a:pt x="3544696" y="6399152"/>
                </a:cubicBezTo>
                <a:lnTo>
                  <a:pt x="0" y="6399152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820076" y="1380744"/>
            <a:ext cx="6766560" cy="498348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28CCA563-903D-4707-A09B-73AE7FD9F3E4}" type="datetime1">
              <a:rPr lang="en-US" smtClean="0"/>
              <a:t>12/24/2025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952937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320040"/>
            <a:ext cx="6858000" cy="932688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9768" y="1380744"/>
            <a:ext cx="6858000" cy="498348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22444857-0BC3-ACAE-DBB1-5D530AA35ED8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8046768" y="0"/>
            <a:ext cx="4145232" cy="6399152"/>
          </a:xfrm>
          <a:custGeom>
            <a:avLst/>
            <a:gdLst>
              <a:gd name="connsiteX0" fmla="*/ 0 w 4145232"/>
              <a:gd name="connsiteY0" fmla="*/ 0 h 6399152"/>
              <a:gd name="connsiteX1" fmla="*/ 4145232 w 4145232"/>
              <a:gd name="connsiteY1" fmla="*/ 0 h 6399152"/>
              <a:gd name="connsiteX2" fmla="*/ 4145232 w 4145232"/>
              <a:gd name="connsiteY2" fmla="*/ 6399152 h 6399152"/>
              <a:gd name="connsiteX3" fmla="*/ 603230 w 4145232"/>
              <a:gd name="connsiteY3" fmla="*/ 6399152 h 6399152"/>
              <a:gd name="connsiteX4" fmla="*/ 0 w 4145232"/>
              <a:gd name="connsiteY4" fmla="*/ 5795922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145232" h="6399152">
                <a:moveTo>
                  <a:pt x="0" y="0"/>
                </a:moveTo>
                <a:lnTo>
                  <a:pt x="4145232" y="0"/>
                </a:lnTo>
                <a:lnTo>
                  <a:pt x="4145232" y="6399152"/>
                </a:lnTo>
                <a:lnTo>
                  <a:pt x="603230" y="6399152"/>
                </a:lnTo>
                <a:cubicBezTo>
                  <a:pt x="270075" y="6399152"/>
                  <a:pt x="0" y="6129077"/>
                  <a:pt x="0" y="5795922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5F747B-DE86-4C56-A69A-2124AC6051DB}" type="datetime1">
              <a:rPr lang="en-US" smtClean="0"/>
              <a:t>12/24/2025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331340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96328" y="601755"/>
            <a:ext cx="4389120" cy="1527048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6F26914B-7405-10AB-A859-8165D7B1A93C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1"/>
            <a:ext cx="6591300" cy="6410303"/>
          </a:xfrm>
          <a:custGeom>
            <a:avLst/>
            <a:gdLst>
              <a:gd name="connsiteX0" fmla="*/ 0 w 6591300"/>
              <a:gd name="connsiteY0" fmla="*/ 0 h 6410303"/>
              <a:gd name="connsiteX1" fmla="*/ 6591300 w 6591300"/>
              <a:gd name="connsiteY1" fmla="*/ 0 h 6410303"/>
              <a:gd name="connsiteX2" fmla="*/ 6591300 w 6591300"/>
              <a:gd name="connsiteY2" fmla="*/ 5807073 h 6410303"/>
              <a:gd name="connsiteX3" fmla="*/ 5988070 w 6591300"/>
              <a:gd name="connsiteY3" fmla="*/ 6410303 h 6410303"/>
              <a:gd name="connsiteX4" fmla="*/ 0 w 6591300"/>
              <a:gd name="connsiteY4" fmla="*/ 6410303 h 64103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591300" h="6410303">
                <a:moveTo>
                  <a:pt x="0" y="0"/>
                </a:moveTo>
                <a:lnTo>
                  <a:pt x="6591300" y="0"/>
                </a:lnTo>
                <a:lnTo>
                  <a:pt x="6591300" y="5807073"/>
                </a:lnTo>
                <a:cubicBezTo>
                  <a:pt x="6591300" y="6140228"/>
                  <a:pt x="6321225" y="6410303"/>
                  <a:pt x="5988070" y="6410303"/>
                </a:cubicBezTo>
                <a:lnTo>
                  <a:pt x="0" y="6410303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196328" y="2276856"/>
            <a:ext cx="4389120" cy="404164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3B5E8E98-97C5-4AE8-8CC9-69C51FF1A0EF}" type="datetime1">
              <a:rPr lang="en-US" smtClean="0"/>
              <a:t>12/24/2025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472660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603504"/>
            <a:ext cx="4480560" cy="1527048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9767" y="2276856"/>
            <a:ext cx="4480560" cy="404164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CE823DF8-AABE-3B17-254E-81CD7CA2B5BF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5737594" y="0"/>
            <a:ext cx="6454406" cy="6399152"/>
          </a:xfrm>
          <a:custGeom>
            <a:avLst/>
            <a:gdLst>
              <a:gd name="connsiteX0" fmla="*/ 0 w 6454406"/>
              <a:gd name="connsiteY0" fmla="*/ 0 h 6399152"/>
              <a:gd name="connsiteX1" fmla="*/ 6454406 w 6454406"/>
              <a:gd name="connsiteY1" fmla="*/ 0 h 6399152"/>
              <a:gd name="connsiteX2" fmla="*/ 6454406 w 6454406"/>
              <a:gd name="connsiteY2" fmla="*/ 6399152 h 6399152"/>
              <a:gd name="connsiteX3" fmla="*/ 601995 w 6454406"/>
              <a:gd name="connsiteY3" fmla="*/ 6399152 h 6399152"/>
              <a:gd name="connsiteX4" fmla="*/ 0 w 6454406"/>
              <a:gd name="connsiteY4" fmla="*/ 5797156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454406" h="6399152">
                <a:moveTo>
                  <a:pt x="0" y="0"/>
                </a:moveTo>
                <a:lnTo>
                  <a:pt x="6454406" y="0"/>
                </a:lnTo>
                <a:lnTo>
                  <a:pt x="6454406" y="6399152"/>
                </a:lnTo>
                <a:lnTo>
                  <a:pt x="601995" y="6399152"/>
                </a:lnTo>
                <a:cubicBezTo>
                  <a:pt x="269522" y="6399152"/>
                  <a:pt x="0" y="6129629"/>
                  <a:pt x="0" y="5797156"/>
                </a:cubicBezTo>
                <a:close/>
              </a:path>
            </a:pathLst>
          </a:custGeo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524F82-DB30-4BD5-9E9D-AD825E313C84}" type="datetime1">
              <a:rPr lang="en-US" smtClean="0"/>
              <a:t>12/24/2025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032001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96328" y="320040"/>
            <a:ext cx="4389120" cy="932688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1" name="Picture Placeholder 9">
            <a:extLst>
              <a:ext uri="{FF2B5EF4-FFF2-40B4-BE49-F238E27FC236}">
                <a16:creationId xmlns:a16="http://schemas.microsoft.com/office/drawing/2014/main" id="{6B8A8E1B-B99E-8C69-154E-2FAADB07D510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6591300" cy="6399152"/>
          </a:xfrm>
          <a:custGeom>
            <a:avLst/>
            <a:gdLst>
              <a:gd name="connsiteX0" fmla="*/ 0 w 6591300"/>
              <a:gd name="connsiteY0" fmla="*/ 0 h 6399152"/>
              <a:gd name="connsiteX1" fmla="*/ 6591300 w 6591300"/>
              <a:gd name="connsiteY1" fmla="*/ 0 h 6399152"/>
              <a:gd name="connsiteX2" fmla="*/ 6591300 w 6591300"/>
              <a:gd name="connsiteY2" fmla="*/ 5797156 h 6399152"/>
              <a:gd name="connsiteX3" fmla="*/ 5989304 w 6591300"/>
              <a:gd name="connsiteY3" fmla="*/ 6399152 h 6399152"/>
              <a:gd name="connsiteX4" fmla="*/ 0 w 6591300"/>
              <a:gd name="connsiteY4" fmla="*/ 6399152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591300" h="6399152">
                <a:moveTo>
                  <a:pt x="0" y="0"/>
                </a:moveTo>
                <a:lnTo>
                  <a:pt x="6591300" y="0"/>
                </a:lnTo>
                <a:lnTo>
                  <a:pt x="6591300" y="5797156"/>
                </a:lnTo>
                <a:cubicBezTo>
                  <a:pt x="6591300" y="6129629"/>
                  <a:pt x="6321777" y="6399152"/>
                  <a:pt x="5989304" y="6399152"/>
                </a:cubicBezTo>
                <a:lnTo>
                  <a:pt x="0" y="6399152"/>
                </a:lnTo>
                <a:close/>
              </a:path>
            </a:pathLst>
          </a:custGeo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196328" y="1380744"/>
            <a:ext cx="4389120" cy="498348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1E7477ED-8564-46ED-8FFC-DE5A509699F3}" type="datetime1">
              <a:rPr lang="en-US" smtClean="0"/>
              <a:t>12/24/2025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616286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7" y="320040"/>
            <a:ext cx="4573413" cy="932688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9766" y="1380744"/>
            <a:ext cx="4573413" cy="498348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2BD82EEA-7278-1A73-C95C-473F75B54048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5737593" y="0"/>
            <a:ext cx="6454407" cy="6399152"/>
          </a:xfrm>
          <a:custGeom>
            <a:avLst/>
            <a:gdLst>
              <a:gd name="connsiteX0" fmla="*/ 0 w 6454407"/>
              <a:gd name="connsiteY0" fmla="*/ 0 h 6399152"/>
              <a:gd name="connsiteX1" fmla="*/ 6454407 w 6454407"/>
              <a:gd name="connsiteY1" fmla="*/ 0 h 6399152"/>
              <a:gd name="connsiteX2" fmla="*/ 6454407 w 6454407"/>
              <a:gd name="connsiteY2" fmla="*/ 6399152 h 6399152"/>
              <a:gd name="connsiteX3" fmla="*/ 601996 w 6454407"/>
              <a:gd name="connsiteY3" fmla="*/ 6399152 h 6399152"/>
              <a:gd name="connsiteX4" fmla="*/ 0 w 6454407"/>
              <a:gd name="connsiteY4" fmla="*/ 5797156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454407" h="6399152">
                <a:moveTo>
                  <a:pt x="0" y="0"/>
                </a:moveTo>
                <a:lnTo>
                  <a:pt x="6454407" y="0"/>
                </a:lnTo>
                <a:lnTo>
                  <a:pt x="6454407" y="6399152"/>
                </a:lnTo>
                <a:lnTo>
                  <a:pt x="601996" y="6399152"/>
                </a:lnTo>
                <a:cubicBezTo>
                  <a:pt x="269523" y="6399152"/>
                  <a:pt x="0" y="6129629"/>
                  <a:pt x="0" y="5797156"/>
                </a:cubicBezTo>
                <a:close/>
              </a:path>
            </a:pathLst>
          </a:custGeo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826781-2293-4754-A74B-94E6E7D7B311}" type="datetime1">
              <a:rPr lang="en-US" smtClean="0"/>
              <a:t>12/24/2025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727316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21040" y="603504"/>
            <a:ext cx="3401568" cy="1527048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F44EE1A0-D83B-FE6C-4495-F55C5070D5D1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7734300" cy="6399152"/>
          </a:xfrm>
          <a:custGeom>
            <a:avLst/>
            <a:gdLst>
              <a:gd name="connsiteX0" fmla="*/ 0 w 7734300"/>
              <a:gd name="connsiteY0" fmla="*/ 0 h 6399152"/>
              <a:gd name="connsiteX1" fmla="*/ 7734300 w 7734300"/>
              <a:gd name="connsiteY1" fmla="*/ 0 h 6399152"/>
              <a:gd name="connsiteX2" fmla="*/ 7734300 w 7734300"/>
              <a:gd name="connsiteY2" fmla="*/ 5797156 h 6399152"/>
              <a:gd name="connsiteX3" fmla="*/ 7132304 w 7734300"/>
              <a:gd name="connsiteY3" fmla="*/ 6399152 h 6399152"/>
              <a:gd name="connsiteX4" fmla="*/ 0 w 7734300"/>
              <a:gd name="connsiteY4" fmla="*/ 6399152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34300" h="6399152">
                <a:moveTo>
                  <a:pt x="0" y="0"/>
                </a:moveTo>
                <a:lnTo>
                  <a:pt x="7734300" y="0"/>
                </a:lnTo>
                <a:lnTo>
                  <a:pt x="7734300" y="5797156"/>
                </a:lnTo>
                <a:cubicBezTo>
                  <a:pt x="7734300" y="6129629"/>
                  <a:pt x="7464777" y="6399152"/>
                  <a:pt x="7132304" y="6399152"/>
                </a:cubicBezTo>
                <a:lnTo>
                  <a:pt x="0" y="6399152"/>
                </a:lnTo>
                <a:close/>
              </a:path>
            </a:pathLst>
          </a:custGeo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321040" y="2276856"/>
            <a:ext cx="3401568" cy="404164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DFBFA6E-9D0B-474A-AFB9-4E0832448570}" type="datetime1">
              <a:rPr lang="en-US" smtClean="0"/>
              <a:t>12/24/2025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7830027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603504"/>
            <a:ext cx="3401568" cy="1527048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9768" y="2276856"/>
            <a:ext cx="3401568" cy="404164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58FA1BA0-D099-705F-F85E-3FBC782F7651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502843" y="2"/>
            <a:ext cx="7689157" cy="6399151"/>
          </a:xfrm>
          <a:custGeom>
            <a:avLst/>
            <a:gdLst>
              <a:gd name="connsiteX0" fmla="*/ 0 w 7689157"/>
              <a:gd name="connsiteY0" fmla="*/ 0 h 6399151"/>
              <a:gd name="connsiteX1" fmla="*/ 7689157 w 7689157"/>
              <a:gd name="connsiteY1" fmla="*/ 0 h 6399151"/>
              <a:gd name="connsiteX2" fmla="*/ 7689157 w 7689157"/>
              <a:gd name="connsiteY2" fmla="*/ 6399151 h 6399151"/>
              <a:gd name="connsiteX3" fmla="*/ 601997 w 7689157"/>
              <a:gd name="connsiteY3" fmla="*/ 6399151 h 6399151"/>
              <a:gd name="connsiteX4" fmla="*/ 0 w 7689157"/>
              <a:gd name="connsiteY4" fmla="*/ 5797155 h 6399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689157" h="6399151">
                <a:moveTo>
                  <a:pt x="0" y="0"/>
                </a:moveTo>
                <a:lnTo>
                  <a:pt x="7689157" y="0"/>
                </a:lnTo>
                <a:lnTo>
                  <a:pt x="7689157" y="6399151"/>
                </a:lnTo>
                <a:lnTo>
                  <a:pt x="601997" y="6399151"/>
                </a:lnTo>
                <a:cubicBezTo>
                  <a:pt x="269523" y="6399151"/>
                  <a:pt x="0" y="6129628"/>
                  <a:pt x="0" y="5797155"/>
                </a:cubicBezTo>
                <a:close/>
              </a:path>
            </a:pathLst>
          </a:custGeo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EE767648-9FB3-40F4-8072-E80887331DF3}" type="datetime1">
              <a:rPr lang="en-US" smtClean="0"/>
              <a:t>12/24/2025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8077710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1896" y="1078992"/>
            <a:ext cx="3273552" cy="1947672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8073E866-A871-62F7-1E54-F2A44278F834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7734300" cy="6399152"/>
          </a:xfrm>
          <a:custGeom>
            <a:avLst/>
            <a:gdLst>
              <a:gd name="connsiteX0" fmla="*/ 0 w 7734300"/>
              <a:gd name="connsiteY0" fmla="*/ 0 h 6399152"/>
              <a:gd name="connsiteX1" fmla="*/ 7734300 w 7734300"/>
              <a:gd name="connsiteY1" fmla="*/ 0 h 6399152"/>
              <a:gd name="connsiteX2" fmla="*/ 7734300 w 7734300"/>
              <a:gd name="connsiteY2" fmla="*/ 5797156 h 6399152"/>
              <a:gd name="connsiteX3" fmla="*/ 7132304 w 7734300"/>
              <a:gd name="connsiteY3" fmla="*/ 6399152 h 6399152"/>
              <a:gd name="connsiteX4" fmla="*/ 0 w 7734300"/>
              <a:gd name="connsiteY4" fmla="*/ 6399152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34300" h="6399152">
                <a:moveTo>
                  <a:pt x="0" y="0"/>
                </a:moveTo>
                <a:lnTo>
                  <a:pt x="7734300" y="0"/>
                </a:lnTo>
                <a:lnTo>
                  <a:pt x="7734300" y="5797156"/>
                </a:lnTo>
                <a:cubicBezTo>
                  <a:pt x="7734300" y="6129629"/>
                  <a:pt x="7464777" y="6399152"/>
                  <a:pt x="7132304" y="6399152"/>
                </a:cubicBezTo>
                <a:lnTo>
                  <a:pt x="0" y="6399152"/>
                </a:lnTo>
                <a:close/>
              </a:path>
            </a:pathLst>
          </a:custGeo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311896" y="3099816"/>
            <a:ext cx="3273552" cy="295351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228600" indent="0">
              <a:buNone/>
              <a:defRPr sz="1400"/>
            </a:lvl2pPr>
            <a:lvl3pPr marL="457200" indent="0">
              <a:buNone/>
              <a:defRPr sz="1400"/>
            </a:lvl3pPr>
            <a:lvl4pPr marL="685800" indent="0">
              <a:buNone/>
              <a:defRPr sz="1400"/>
            </a:lvl4pPr>
            <a:lvl5pPr marL="914400" indent="0">
              <a:buNone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7007E99A-2976-4D79-B66C-833B4C12E9C9}" type="datetime1">
              <a:rPr lang="en-US" smtClean="0"/>
              <a:t>12/24/2025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585869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733" y="5111854"/>
            <a:ext cx="3945468" cy="1389888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584372" y="5111854"/>
            <a:ext cx="6168356" cy="1389888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1600"/>
            </a:lvl1pPr>
            <a:lvl2pPr marL="228600" indent="0">
              <a:buFont typeface="Arial" panose="020B0604020202020204" pitchFamily="34" charset="0"/>
              <a:buNone/>
              <a:defRPr sz="1400"/>
            </a:lvl2pPr>
            <a:lvl3pPr marL="457200" indent="0">
              <a:buFont typeface="Arial" panose="020B0604020202020204" pitchFamily="34" charset="0"/>
              <a:buNone/>
              <a:defRPr sz="1400"/>
            </a:lvl3pPr>
            <a:lvl4pPr marL="685800" indent="0">
              <a:buFont typeface="Arial" panose="020B0604020202020204" pitchFamily="34" charset="0"/>
              <a:buNone/>
              <a:defRPr sz="1400"/>
            </a:lvl4pPr>
            <a:lvl5pPr marL="914400" indent="0">
              <a:buFont typeface="Arial" panose="020B0604020202020204" pitchFamily="34" charset="0"/>
              <a:buNone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815B30A2-D0D1-DED2-1133-A673CEA16AE9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11750040" cy="4724868"/>
          </a:xfrm>
          <a:custGeom>
            <a:avLst/>
            <a:gdLst>
              <a:gd name="connsiteX0" fmla="*/ 0 w 11750040"/>
              <a:gd name="connsiteY0" fmla="*/ 0 h 4724868"/>
              <a:gd name="connsiteX1" fmla="*/ 11750040 w 11750040"/>
              <a:gd name="connsiteY1" fmla="*/ 0 h 4724868"/>
              <a:gd name="connsiteX2" fmla="*/ 11750040 w 11750040"/>
              <a:gd name="connsiteY2" fmla="*/ 4122872 h 4724868"/>
              <a:gd name="connsiteX3" fmla="*/ 11148044 w 11750040"/>
              <a:gd name="connsiteY3" fmla="*/ 4724868 h 4724868"/>
              <a:gd name="connsiteX4" fmla="*/ 0 w 11750040"/>
              <a:gd name="connsiteY4" fmla="*/ 4724868 h 47248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750040" h="4724868">
                <a:moveTo>
                  <a:pt x="0" y="0"/>
                </a:moveTo>
                <a:lnTo>
                  <a:pt x="11750040" y="0"/>
                </a:lnTo>
                <a:lnTo>
                  <a:pt x="11750040" y="4122872"/>
                </a:lnTo>
                <a:cubicBezTo>
                  <a:pt x="11750040" y="4455345"/>
                  <a:pt x="11480517" y="4724868"/>
                  <a:pt x="11148044" y="4724868"/>
                </a:cubicBezTo>
                <a:lnTo>
                  <a:pt x="0" y="4724868"/>
                </a:lnTo>
                <a:close/>
              </a:path>
            </a:pathLst>
          </a:custGeo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9DDD7D-A4A9-4042-8D3D-AF897B76225E}" type="datetime1">
              <a:rPr lang="en-US" smtClean="0"/>
              <a:t>12/24/2025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66172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733" y="4162318"/>
            <a:ext cx="2953618" cy="1892808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977640" y="4162318"/>
            <a:ext cx="7772400" cy="2240280"/>
          </a:xfr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sz="1800"/>
            </a:lvl1pPr>
            <a:lvl2pPr marL="514350" indent="-285750">
              <a:buFont typeface="Arial" panose="020B0604020202020204" pitchFamily="34" charset="0"/>
              <a:buChar char="•"/>
              <a:defRPr sz="1600"/>
            </a:lvl2pPr>
            <a:lvl3pPr marL="742950" indent="-285750">
              <a:buFont typeface="Arial" panose="020B0604020202020204" pitchFamily="34" charset="0"/>
              <a:buChar char="•"/>
              <a:defRPr sz="1400"/>
            </a:lvl3pPr>
            <a:lvl4pPr marL="857250" indent="-171450">
              <a:buFont typeface="Arial" panose="020B0604020202020204" pitchFamily="34" charset="0"/>
              <a:buChar char="•"/>
              <a:defRPr sz="1400"/>
            </a:lvl4pPr>
            <a:lvl5pPr marL="1085850" indent="-171450">
              <a:buFont typeface="Arial" panose="020B0604020202020204" pitchFamily="34" charset="0"/>
              <a:buChar char="•"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0696DEB7-ADC8-3E90-7A63-F11D6535D0E4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11750040" cy="3806246"/>
          </a:xfrm>
          <a:custGeom>
            <a:avLst/>
            <a:gdLst>
              <a:gd name="connsiteX0" fmla="*/ 0 w 11733150"/>
              <a:gd name="connsiteY0" fmla="*/ 0 h 3806246"/>
              <a:gd name="connsiteX1" fmla="*/ 11733150 w 11733150"/>
              <a:gd name="connsiteY1" fmla="*/ 0 h 3806246"/>
              <a:gd name="connsiteX2" fmla="*/ 11733150 w 11733150"/>
              <a:gd name="connsiteY2" fmla="*/ 3204250 h 3806246"/>
              <a:gd name="connsiteX3" fmla="*/ 11131154 w 11733150"/>
              <a:gd name="connsiteY3" fmla="*/ 3806246 h 3806246"/>
              <a:gd name="connsiteX4" fmla="*/ 0 w 11733150"/>
              <a:gd name="connsiteY4" fmla="*/ 3806246 h 38062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733150" h="3806246">
                <a:moveTo>
                  <a:pt x="0" y="0"/>
                </a:moveTo>
                <a:lnTo>
                  <a:pt x="11733150" y="0"/>
                </a:lnTo>
                <a:lnTo>
                  <a:pt x="11733150" y="3204250"/>
                </a:lnTo>
                <a:cubicBezTo>
                  <a:pt x="11733150" y="3536723"/>
                  <a:pt x="11463627" y="3806246"/>
                  <a:pt x="11131154" y="3806246"/>
                </a:cubicBezTo>
                <a:lnTo>
                  <a:pt x="0" y="3806246"/>
                </a:lnTo>
                <a:close/>
              </a:path>
            </a:pathLst>
          </a:custGeo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EA3D79-61FB-48D3-96EC-9D73986E2DB4}" type="datetime1">
              <a:rPr lang="en-US" smtClean="0"/>
              <a:t>12/24/2025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9774530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733" y="561425"/>
            <a:ext cx="2953618" cy="1892808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977640" y="561425"/>
            <a:ext cx="7772400" cy="2240280"/>
          </a:xfr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sz="1800"/>
            </a:lvl1pPr>
            <a:lvl2pPr marL="514350" indent="-285750">
              <a:buFont typeface="Arial" panose="020B0604020202020204" pitchFamily="34" charset="0"/>
              <a:buChar char="•"/>
              <a:defRPr sz="1600"/>
            </a:lvl2pPr>
            <a:lvl3pPr marL="742950" indent="-285750">
              <a:buFont typeface="Arial" panose="020B0604020202020204" pitchFamily="34" charset="0"/>
              <a:buChar char="•"/>
              <a:defRPr sz="1400"/>
            </a:lvl3pPr>
            <a:lvl4pPr marL="857250" indent="-171450">
              <a:buFont typeface="Arial" panose="020B0604020202020204" pitchFamily="34" charset="0"/>
              <a:buChar char="•"/>
              <a:defRPr sz="1400"/>
            </a:lvl4pPr>
            <a:lvl5pPr marL="1085850" indent="-171450">
              <a:buFont typeface="Arial" panose="020B0604020202020204" pitchFamily="34" charset="0"/>
              <a:buChar char="•"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20558516-7088-BB33-D6DC-15ED4C60CBAF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41960" y="3067414"/>
            <a:ext cx="11750040" cy="3790586"/>
          </a:xfrm>
          <a:custGeom>
            <a:avLst/>
            <a:gdLst>
              <a:gd name="connsiteX0" fmla="*/ 603695 w 11750040"/>
              <a:gd name="connsiteY0" fmla="*/ 0 h 3790586"/>
              <a:gd name="connsiteX1" fmla="*/ 11750040 w 11750040"/>
              <a:gd name="connsiteY1" fmla="*/ 0 h 3790586"/>
              <a:gd name="connsiteX2" fmla="*/ 11750040 w 11750040"/>
              <a:gd name="connsiteY2" fmla="*/ 3790586 h 3790586"/>
              <a:gd name="connsiteX3" fmla="*/ 0 w 11750040"/>
              <a:gd name="connsiteY3" fmla="*/ 3790586 h 3790586"/>
              <a:gd name="connsiteX4" fmla="*/ 0 w 11750040"/>
              <a:gd name="connsiteY4" fmla="*/ 603695 h 3790586"/>
              <a:gd name="connsiteX5" fmla="*/ 603695 w 11750040"/>
              <a:gd name="connsiteY5" fmla="*/ 0 h 37905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1750040" h="3790586">
                <a:moveTo>
                  <a:pt x="603695" y="0"/>
                </a:moveTo>
                <a:lnTo>
                  <a:pt x="11750040" y="0"/>
                </a:lnTo>
                <a:lnTo>
                  <a:pt x="11750040" y="3790586"/>
                </a:lnTo>
                <a:lnTo>
                  <a:pt x="0" y="3790586"/>
                </a:lnTo>
                <a:lnTo>
                  <a:pt x="0" y="603695"/>
                </a:lnTo>
                <a:cubicBezTo>
                  <a:pt x="0" y="270283"/>
                  <a:pt x="270283" y="0"/>
                  <a:pt x="603695" y="0"/>
                </a:cubicBezTo>
                <a:close/>
              </a:path>
            </a:pathLst>
          </a:custGeo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7160" y="40460"/>
            <a:ext cx="3494314" cy="338328"/>
          </a:xfrm>
        </p:spPr>
        <p:txBody>
          <a:bodyPr/>
          <a:lstStyle/>
          <a:p>
            <a:fld id="{5E407E80-9270-4600-9E83-876C054EC0ED}" type="datetime1">
              <a:rPr lang="en-US" smtClean="0"/>
              <a:t>12/24/2025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876521" y="40460"/>
            <a:ext cx="2805405" cy="338328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32162" y="40460"/>
            <a:ext cx="429207" cy="338328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9495801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603504"/>
            <a:ext cx="11155680" cy="970463"/>
          </a:xfrm>
        </p:spPr>
        <p:txBody>
          <a:bodyPr anchor="ctr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9C22D85-D675-737B-9F54-B9D7FC819199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1828800"/>
            <a:ext cx="6707699" cy="5029200"/>
          </a:xfrm>
          <a:custGeom>
            <a:avLst/>
            <a:gdLst>
              <a:gd name="connsiteX0" fmla="*/ 0 w 6707699"/>
              <a:gd name="connsiteY0" fmla="*/ 0 h 5029200"/>
              <a:gd name="connsiteX1" fmla="*/ 6129259 w 6707699"/>
              <a:gd name="connsiteY1" fmla="*/ 0 h 5029200"/>
              <a:gd name="connsiteX2" fmla="*/ 6707699 w 6707699"/>
              <a:gd name="connsiteY2" fmla="*/ 578440 h 5029200"/>
              <a:gd name="connsiteX3" fmla="*/ 6707699 w 6707699"/>
              <a:gd name="connsiteY3" fmla="*/ 5029200 h 5029200"/>
              <a:gd name="connsiteX4" fmla="*/ 0 w 6707699"/>
              <a:gd name="connsiteY4" fmla="*/ 5029200 h 5029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707699" h="5029200">
                <a:moveTo>
                  <a:pt x="0" y="0"/>
                </a:moveTo>
                <a:lnTo>
                  <a:pt x="6129259" y="0"/>
                </a:lnTo>
                <a:cubicBezTo>
                  <a:pt x="6448723" y="0"/>
                  <a:pt x="6707699" y="258976"/>
                  <a:pt x="6707699" y="578440"/>
                </a:cubicBezTo>
                <a:lnTo>
                  <a:pt x="6707699" y="5029200"/>
                </a:lnTo>
                <a:lnTo>
                  <a:pt x="0" y="5029200"/>
                </a:lnTo>
                <a:close/>
              </a:path>
            </a:pathLst>
          </a:custGeo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1897688-419F-6EB2-5CC1-DC14924E5FC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389302" y="1828800"/>
            <a:ext cx="4196146" cy="45037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389302" y="6492240"/>
            <a:ext cx="1280160" cy="338328"/>
          </a:xfrm>
        </p:spPr>
        <p:txBody>
          <a:bodyPr/>
          <a:lstStyle/>
          <a:p>
            <a:fld id="{7A043757-40C8-48EB-A459-80D3B00F0BCB}" type="datetime1">
              <a:rPr lang="en-US" smtClean="0"/>
              <a:t>12/24/2025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9462" y="6492240"/>
            <a:ext cx="2888554" cy="338328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0081531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548639"/>
            <a:ext cx="4855464" cy="1453896"/>
          </a:xfrm>
        </p:spPr>
        <p:txBody>
          <a:bodyPr anchor="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1" name="Picture Placeholder 8">
            <a:extLst>
              <a:ext uri="{FF2B5EF4-FFF2-40B4-BE49-F238E27FC236}">
                <a16:creationId xmlns:a16="http://schemas.microsoft.com/office/drawing/2014/main" id="{C202BC3A-8633-9F03-1586-99447DA1CFF3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2293496"/>
            <a:ext cx="5285232" cy="4564504"/>
          </a:xfrm>
          <a:custGeom>
            <a:avLst/>
            <a:gdLst>
              <a:gd name="connsiteX0" fmla="*/ 0 w 5285232"/>
              <a:gd name="connsiteY0" fmla="*/ 0 h 4564504"/>
              <a:gd name="connsiteX1" fmla="*/ 4706792 w 5285232"/>
              <a:gd name="connsiteY1" fmla="*/ 0 h 4564504"/>
              <a:gd name="connsiteX2" fmla="*/ 5285232 w 5285232"/>
              <a:gd name="connsiteY2" fmla="*/ 578440 h 4564504"/>
              <a:gd name="connsiteX3" fmla="*/ 5285232 w 5285232"/>
              <a:gd name="connsiteY3" fmla="*/ 4564504 h 4564504"/>
              <a:gd name="connsiteX4" fmla="*/ 0 w 5285232"/>
              <a:gd name="connsiteY4" fmla="*/ 4564504 h 45645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85232" h="4564504">
                <a:moveTo>
                  <a:pt x="0" y="0"/>
                </a:moveTo>
                <a:lnTo>
                  <a:pt x="4706792" y="0"/>
                </a:lnTo>
                <a:cubicBezTo>
                  <a:pt x="5026256" y="0"/>
                  <a:pt x="5285232" y="258976"/>
                  <a:pt x="5285232" y="578440"/>
                </a:cubicBezTo>
                <a:lnTo>
                  <a:pt x="5285232" y="4564504"/>
                </a:lnTo>
                <a:lnTo>
                  <a:pt x="0" y="4564504"/>
                </a:lnTo>
                <a:close/>
              </a:path>
            </a:pathLst>
          </a:custGeo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096000" y="549275"/>
            <a:ext cx="5585925" cy="578326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096000" y="6492240"/>
            <a:ext cx="2651760" cy="338328"/>
          </a:xfrm>
        </p:spPr>
        <p:txBody>
          <a:bodyPr/>
          <a:lstStyle/>
          <a:p>
            <a:fld id="{D0304CB2-AF95-4B6C-81FD-EF29E4F12940}" type="datetime1">
              <a:rPr lang="en-US" smtClean="0"/>
              <a:t>12/24/2025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4540035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550218"/>
            <a:ext cx="3827439" cy="1453896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Picture Placeholder 8">
            <a:extLst>
              <a:ext uri="{FF2B5EF4-FFF2-40B4-BE49-F238E27FC236}">
                <a16:creationId xmlns:a16="http://schemas.microsoft.com/office/drawing/2014/main" id="{E211327B-3880-6494-1C8F-EEE1BF913B81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2293494"/>
            <a:ext cx="4176819" cy="4564506"/>
          </a:xfrm>
          <a:custGeom>
            <a:avLst/>
            <a:gdLst>
              <a:gd name="connsiteX0" fmla="*/ 0 w 4176819"/>
              <a:gd name="connsiteY0" fmla="*/ 0 h 4564506"/>
              <a:gd name="connsiteX1" fmla="*/ 3598379 w 4176819"/>
              <a:gd name="connsiteY1" fmla="*/ 0 h 4564506"/>
              <a:gd name="connsiteX2" fmla="*/ 4176819 w 4176819"/>
              <a:gd name="connsiteY2" fmla="*/ 578440 h 4564506"/>
              <a:gd name="connsiteX3" fmla="*/ 4176819 w 4176819"/>
              <a:gd name="connsiteY3" fmla="*/ 4564506 h 4564506"/>
              <a:gd name="connsiteX4" fmla="*/ 0 w 4176819"/>
              <a:gd name="connsiteY4" fmla="*/ 4564506 h 45645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176819" h="4564506">
                <a:moveTo>
                  <a:pt x="0" y="0"/>
                </a:moveTo>
                <a:lnTo>
                  <a:pt x="3598379" y="0"/>
                </a:lnTo>
                <a:cubicBezTo>
                  <a:pt x="3917843" y="0"/>
                  <a:pt x="4176819" y="258976"/>
                  <a:pt x="4176819" y="578440"/>
                </a:cubicBezTo>
                <a:lnTo>
                  <a:pt x="4176819" y="4564506"/>
                </a:lnTo>
                <a:lnTo>
                  <a:pt x="0" y="4564506"/>
                </a:lnTo>
                <a:close/>
              </a:path>
            </a:pathLst>
          </a:custGeo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3F7B03F-5EDA-605B-1A2E-F48896E489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120787" y="549275"/>
            <a:ext cx="6561138" cy="5788152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115073" y="6492240"/>
            <a:ext cx="2843784" cy="338328"/>
          </a:xfrm>
        </p:spPr>
        <p:txBody>
          <a:bodyPr/>
          <a:lstStyle/>
          <a:p>
            <a:fld id="{FD636673-28CE-4CCE-80FB-7124C935A31A}" type="datetime1">
              <a:rPr lang="en-US" smtClean="0"/>
              <a:t>12/24/2025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2837525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ig Numb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06EF0D11-5ED9-D2C8-48DF-CDDD85CEAC2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3C62E16-021E-429D-57AF-0AC1B2666E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9888" y="4809744"/>
            <a:ext cx="9345168" cy="1225296"/>
          </a:xfrm>
        </p:spPr>
        <p:txBody>
          <a:bodyPr anchor="t">
            <a:normAutofit/>
          </a:bodyPr>
          <a:lstStyle>
            <a:lvl1pPr algn="ctr">
              <a:lnSpc>
                <a:spcPct val="120000"/>
              </a:lnSpc>
              <a:defRPr sz="2800">
                <a:solidFill>
                  <a:schemeClr val="tx2"/>
                </a:solidFill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8D5285B4-939B-FC12-E19A-F30DFE493F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93776" y="603504"/>
            <a:ext cx="11201400" cy="4206240"/>
          </a:xfrm>
        </p:spPr>
        <p:txBody>
          <a:bodyPr anchor="b">
            <a:normAutofit/>
          </a:bodyPr>
          <a:lstStyle>
            <a:lvl1pPr marL="0" indent="0" algn="ctr">
              <a:lnSpc>
                <a:spcPct val="90000"/>
              </a:lnSpc>
              <a:buNone/>
              <a:defRPr sz="27800">
                <a:solidFill>
                  <a:schemeClr val="accent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C53913C-4E7F-A6E2-8028-C03CFD32F3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E8802264-EF96-4074-A671-AB5D99F5E332}" type="datetime1">
              <a:rPr lang="en-US" smtClean="0"/>
              <a:t>12/24/2025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0225984-1615-5B69-4A65-E3A7E6508D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6A6A07C-51B6-897B-8C81-FBA62CFE41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634966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ig Number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C62E16-021E-429D-57AF-0AC1B2666E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792" y="4873752"/>
            <a:ext cx="8439912" cy="149047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lnSpc>
                <a:spcPct val="120000"/>
              </a:lnSpc>
              <a:defRPr lang="en-US" sz="2800" dirty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8D5285B4-939B-FC12-E19A-F30DFE493F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39496" y="420624"/>
            <a:ext cx="11100816" cy="4334256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lnSpc>
                <a:spcPct val="90000"/>
              </a:lnSpc>
              <a:buNone/>
              <a:defRPr lang="en-US" sz="27800" dirty="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C53913C-4E7F-A6E2-8028-C03CFD32F3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FB84F615-9106-410C-834A-3DBE51A81CC1}" type="datetime1">
              <a:rPr lang="en-US" smtClean="0"/>
              <a:t>12/24/2025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0225984-1615-5B69-4A65-E3A7E6508D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6A6A07C-51B6-897B-8C81-FBA62CFE41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621150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ig Number 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: Shape 5">
            <a:extLst>
              <a:ext uri="{FF2B5EF4-FFF2-40B4-BE49-F238E27FC236}">
                <a16:creationId xmlns:a16="http://schemas.microsoft.com/office/drawing/2014/main" id="{0EA1A10B-111C-8469-40F7-C3551BB027D0}"/>
              </a:ext>
            </a:extLst>
          </p:cNvPr>
          <p:cNvSpPr/>
          <p:nvPr/>
        </p:nvSpPr>
        <p:spPr>
          <a:xfrm>
            <a:off x="1" y="4783948"/>
            <a:ext cx="11762231" cy="2074052"/>
          </a:xfrm>
          <a:custGeom>
            <a:avLst/>
            <a:gdLst>
              <a:gd name="connsiteX0" fmla="*/ 0 w 11762231"/>
              <a:gd name="connsiteY0" fmla="*/ 0 h 2074052"/>
              <a:gd name="connsiteX1" fmla="*/ 112775 w 11762231"/>
              <a:gd name="connsiteY1" fmla="*/ 0 h 2074052"/>
              <a:gd name="connsiteX2" fmla="*/ 11102489 w 11762231"/>
              <a:gd name="connsiteY2" fmla="*/ 0 h 2074052"/>
              <a:gd name="connsiteX3" fmla="*/ 11437005 w 11762231"/>
              <a:gd name="connsiteY3" fmla="*/ 0 h 2074052"/>
              <a:gd name="connsiteX4" fmla="*/ 11762231 w 11762231"/>
              <a:gd name="connsiteY4" fmla="*/ 325226 h 2074052"/>
              <a:gd name="connsiteX5" fmla="*/ 11762231 w 11762231"/>
              <a:gd name="connsiteY5" fmla="*/ 2074052 h 2074052"/>
              <a:gd name="connsiteX6" fmla="*/ 11427715 w 11762231"/>
              <a:gd name="connsiteY6" fmla="*/ 2074052 h 2074052"/>
              <a:gd name="connsiteX7" fmla="*/ 112775 w 11762231"/>
              <a:gd name="connsiteY7" fmla="*/ 2074052 h 2074052"/>
              <a:gd name="connsiteX8" fmla="*/ 0 w 11762231"/>
              <a:gd name="connsiteY8" fmla="*/ 2074052 h 20740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762231" h="2074052">
                <a:moveTo>
                  <a:pt x="0" y="0"/>
                </a:moveTo>
                <a:lnTo>
                  <a:pt x="112775" y="0"/>
                </a:lnTo>
                <a:lnTo>
                  <a:pt x="11102489" y="0"/>
                </a:lnTo>
                <a:lnTo>
                  <a:pt x="11437005" y="0"/>
                </a:lnTo>
                <a:cubicBezTo>
                  <a:pt x="11616622" y="0"/>
                  <a:pt x="11762231" y="145609"/>
                  <a:pt x="11762231" y="325226"/>
                </a:cubicBezTo>
                <a:lnTo>
                  <a:pt x="11762231" y="2074052"/>
                </a:lnTo>
                <a:lnTo>
                  <a:pt x="11427715" y="2074052"/>
                </a:lnTo>
                <a:lnTo>
                  <a:pt x="112775" y="2074052"/>
                </a:lnTo>
                <a:lnTo>
                  <a:pt x="0" y="2074052"/>
                </a:lnTo>
                <a:close/>
              </a:path>
            </a:pathLst>
          </a:custGeom>
          <a:solidFill>
            <a:schemeClr val="bg2"/>
          </a:solidFill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0EDE6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3C62E16-021E-429D-57AF-0AC1B2666E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792" y="4873752"/>
            <a:ext cx="8439912" cy="1591056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lnSpc>
                <a:spcPct val="120000"/>
              </a:lnSpc>
              <a:defRPr lang="en-US" sz="2800" dirty="0">
                <a:latin typeface="+mn-lt"/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8D5285B4-939B-FC12-E19A-F30DFE493F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39496" y="420624"/>
            <a:ext cx="11100816" cy="4334256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lnSpc>
                <a:spcPct val="90000"/>
              </a:lnSpc>
              <a:buNone/>
              <a:defRPr lang="en-US" sz="27800" dirty="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C53913C-4E7F-A6E2-8028-C03CFD32F3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1D5A920F-C91E-4FD9-A8A8-AC96444816EA}" type="datetime1">
              <a:rPr lang="en-US" smtClean="0"/>
              <a:t>12/24/2025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0225984-1615-5B69-4A65-E3A7E6508D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430768" y="6492240"/>
            <a:ext cx="2660904" cy="338328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6A6A07C-51B6-897B-8C81-FBA62CFE41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83112" y="6492240"/>
            <a:ext cx="457200" cy="338328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005868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FF91DA-BC67-4FFF-80B3-6A83720BA580}" type="datetime1">
              <a:rPr lang="en-US" smtClean="0"/>
              <a:t>12/24/2025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29768" y="987552"/>
            <a:ext cx="10149840" cy="4846320"/>
          </a:xfrm>
        </p:spPr>
        <p:txBody>
          <a:bodyPr anchor="ctr">
            <a:normAutofit/>
          </a:bodyPr>
          <a:lstStyle>
            <a:lvl1pPr marL="0" indent="0">
              <a:lnSpc>
                <a:spcPct val="110000"/>
              </a:lnSpc>
              <a:buNone/>
              <a:defRPr sz="4400" b="0" cap="all" baseline="0">
                <a:solidFill>
                  <a:schemeClr val="accent1"/>
                </a:solidFill>
              </a:defRPr>
            </a:lvl1pPr>
            <a:lvl2pPr marL="228600" indent="0">
              <a:lnSpc>
                <a:spcPct val="110000"/>
              </a:lnSpc>
              <a:buNone/>
              <a:defRPr sz="4000" b="0" cap="all" baseline="0">
                <a:solidFill>
                  <a:schemeClr val="accent1"/>
                </a:solidFill>
              </a:defRPr>
            </a:lvl2pPr>
            <a:lvl3pPr marL="457200" indent="0">
              <a:lnSpc>
                <a:spcPct val="110000"/>
              </a:lnSpc>
              <a:buNone/>
              <a:defRPr sz="3600" b="0" cap="all" baseline="0">
                <a:solidFill>
                  <a:schemeClr val="accent1"/>
                </a:solidFill>
              </a:defRPr>
            </a:lvl3pPr>
            <a:lvl4pPr marL="685800" indent="0">
              <a:lnSpc>
                <a:spcPct val="110000"/>
              </a:lnSpc>
              <a:buNone/>
              <a:defRPr sz="3200" b="0" cap="all" baseline="0">
                <a:solidFill>
                  <a:schemeClr val="accent1"/>
                </a:solidFill>
              </a:defRPr>
            </a:lvl4pPr>
            <a:lvl5pPr marL="914400" indent="0">
              <a:lnSpc>
                <a:spcPct val="110000"/>
              </a:lnSpc>
              <a:buNone/>
              <a:defRPr sz="2800" b="0" cap="all" baseline="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Click to edit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504470336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15565DD7-EB64-4BFE-B850-4043488A7CD8}" type="datetime1">
              <a:rPr lang="en-US" smtClean="0"/>
              <a:t>12/24/2025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29768" y="630936"/>
            <a:ext cx="8449056" cy="5605272"/>
          </a:xfrm>
        </p:spPr>
        <p:txBody>
          <a:bodyPr anchor="ctr">
            <a:normAutofit/>
          </a:bodyPr>
          <a:lstStyle>
            <a:lvl1pPr marL="0" indent="0">
              <a:lnSpc>
                <a:spcPct val="110000"/>
              </a:lnSpc>
              <a:buNone/>
              <a:defRPr sz="5400" b="0" cap="none" baseline="0">
                <a:solidFill>
                  <a:schemeClr val="accent1"/>
                </a:solidFill>
              </a:defRPr>
            </a:lvl1pPr>
            <a:lvl2pPr marL="228600" indent="0">
              <a:lnSpc>
                <a:spcPct val="110000"/>
              </a:lnSpc>
              <a:buNone/>
              <a:defRPr sz="4800" b="0" cap="none" baseline="0">
                <a:solidFill>
                  <a:schemeClr val="accent1"/>
                </a:solidFill>
              </a:defRPr>
            </a:lvl2pPr>
            <a:lvl3pPr marL="457200" indent="0">
              <a:lnSpc>
                <a:spcPct val="110000"/>
              </a:lnSpc>
              <a:buNone/>
              <a:defRPr sz="4400" b="0" cap="none" baseline="0">
                <a:solidFill>
                  <a:schemeClr val="accent1"/>
                </a:solidFill>
              </a:defRPr>
            </a:lvl3pPr>
            <a:lvl4pPr marL="685800" indent="0">
              <a:lnSpc>
                <a:spcPct val="110000"/>
              </a:lnSpc>
              <a:buNone/>
              <a:defRPr sz="4000" b="0" cap="none" baseline="0">
                <a:solidFill>
                  <a:schemeClr val="accent1"/>
                </a:solidFill>
              </a:defRPr>
            </a:lvl4pPr>
            <a:lvl5pPr marL="914400" indent="0">
              <a:lnSpc>
                <a:spcPct val="110000"/>
              </a:lnSpc>
              <a:buNone/>
              <a:defRPr sz="3600" b="0" cap="none" baseline="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Click to edit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58291216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860B29AE-EBEF-71CC-AE38-3B2CD14FCA19}"/>
              </a:ext>
            </a:extLst>
          </p:cNvPr>
          <p:cNvSpPr/>
          <p:nvPr/>
        </p:nvSpPr>
        <p:spPr>
          <a:xfrm rot="5400000" flipV="1">
            <a:off x="-2566724" y="2566724"/>
            <a:ext cx="6399213" cy="1265765"/>
          </a:xfrm>
          <a:custGeom>
            <a:avLst/>
            <a:gdLst>
              <a:gd name="connsiteX0" fmla="*/ 0 w 6399213"/>
              <a:gd name="connsiteY0" fmla="*/ 0 h 1265765"/>
              <a:gd name="connsiteX1" fmla="*/ 0 w 6399213"/>
              <a:gd name="connsiteY1" fmla="*/ 1265765 h 1265765"/>
              <a:gd name="connsiteX2" fmla="*/ 5982881 w 6399213"/>
              <a:gd name="connsiteY2" fmla="*/ 1265765 h 1265765"/>
              <a:gd name="connsiteX3" fmla="*/ 6399213 w 6399213"/>
              <a:gd name="connsiteY3" fmla="*/ 849433 h 1265765"/>
              <a:gd name="connsiteX4" fmla="*/ 6399213 w 6399213"/>
              <a:gd name="connsiteY4" fmla="*/ 0 h 12657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399213" h="1265765">
                <a:moveTo>
                  <a:pt x="0" y="0"/>
                </a:moveTo>
                <a:lnTo>
                  <a:pt x="0" y="1265765"/>
                </a:lnTo>
                <a:lnTo>
                  <a:pt x="5982881" y="1265765"/>
                </a:lnTo>
                <a:cubicBezTo>
                  <a:pt x="6212815" y="1265765"/>
                  <a:pt x="6399213" y="1079367"/>
                  <a:pt x="6399213" y="849433"/>
                </a:cubicBezTo>
                <a:lnTo>
                  <a:pt x="6399213" y="0"/>
                </a:lnTo>
                <a:close/>
              </a:path>
            </a:pathLst>
          </a:custGeom>
          <a:solidFill>
            <a:schemeClr val="bg2"/>
          </a:solidFill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0EDE6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E2C979-2DBB-4FF5-B773-BBC906FD5969}" type="datetime1">
              <a:rPr lang="en-US" smtClean="0"/>
              <a:t>12/24/2025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798217" y="877824"/>
            <a:ext cx="8046720" cy="5065776"/>
          </a:xfrm>
        </p:spPr>
        <p:txBody>
          <a:bodyPr anchor="ctr">
            <a:normAutofit/>
          </a:bodyPr>
          <a:lstStyle>
            <a:lvl1pPr marL="0" indent="0">
              <a:lnSpc>
                <a:spcPct val="110000"/>
              </a:lnSpc>
              <a:buNone/>
              <a:defRPr sz="5400" b="0"/>
            </a:lvl1pPr>
            <a:lvl2pPr marL="228600" indent="0">
              <a:lnSpc>
                <a:spcPct val="110000"/>
              </a:lnSpc>
              <a:buNone/>
              <a:defRPr sz="4800" b="0"/>
            </a:lvl2pPr>
            <a:lvl3pPr marL="457200" indent="0">
              <a:lnSpc>
                <a:spcPct val="110000"/>
              </a:lnSpc>
              <a:buNone/>
              <a:defRPr sz="4400" b="0"/>
            </a:lvl3pPr>
            <a:lvl4pPr marL="685800" indent="0">
              <a:lnSpc>
                <a:spcPct val="110000"/>
              </a:lnSpc>
              <a:buNone/>
              <a:defRPr sz="4000" b="0"/>
            </a:lvl4pPr>
            <a:lvl5pPr marL="914400" indent="0">
              <a:lnSpc>
                <a:spcPct val="110000"/>
              </a:lnSpc>
              <a:buNone/>
              <a:defRPr sz="3600" b="0"/>
            </a:lvl5pPr>
          </a:lstStyle>
          <a:p>
            <a:pPr lvl="0"/>
            <a:r>
              <a:rPr lang="en-US" dirty="0"/>
              <a:t>Click to edit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464900793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1CEC059F-651D-D540-DF60-D6361D9C716B}"/>
              </a:ext>
            </a:extLst>
          </p:cNvPr>
          <p:cNvSpPr/>
          <p:nvPr/>
        </p:nvSpPr>
        <p:spPr>
          <a:xfrm flipV="1">
            <a:off x="1" y="6099048"/>
            <a:ext cx="10487111" cy="758952"/>
          </a:xfrm>
          <a:custGeom>
            <a:avLst/>
            <a:gdLst>
              <a:gd name="connsiteX0" fmla="*/ 0 w 10487111"/>
              <a:gd name="connsiteY0" fmla="*/ 758952 h 758952"/>
              <a:gd name="connsiteX1" fmla="*/ 10070779 w 10487111"/>
              <a:gd name="connsiteY1" fmla="*/ 758952 h 758952"/>
              <a:gd name="connsiteX2" fmla="*/ 10487111 w 10487111"/>
              <a:gd name="connsiteY2" fmla="*/ 342620 h 758952"/>
              <a:gd name="connsiteX3" fmla="*/ 10487111 w 10487111"/>
              <a:gd name="connsiteY3" fmla="*/ 0 h 758952"/>
              <a:gd name="connsiteX4" fmla="*/ 0 w 10487111"/>
              <a:gd name="connsiteY4" fmla="*/ 0 h 7589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487111" h="758952">
                <a:moveTo>
                  <a:pt x="0" y="758952"/>
                </a:moveTo>
                <a:lnTo>
                  <a:pt x="10070779" y="758952"/>
                </a:lnTo>
                <a:cubicBezTo>
                  <a:pt x="10300713" y="758952"/>
                  <a:pt x="10487111" y="572554"/>
                  <a:pt x="10487111" y="342620"/>
                </a:cubicBezTo>
                <a:lnTo>
                  <a:pt x="10487111" y="0"/>
                </a:lnTo>
                <a:lnTo>
                  <a:pt x="0" y="0"/>
                </a:lnTo>
                <a:close/>
              </a:path>
            </a:pathLst>
          </a:custGeom>
          <a:solidFill>
            <a:schemeClr val="bg2"/>
          </a:solidFill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0EDE6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5984F2-69E3-42EA-A769-C3221255F524}" type="datetime1">
              <a:rPr lang="en-US" smtClean="0"/>
              <a:t>12/24/2025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068312" y="6492240"/>
            <a:ext cx="2660904" cy="338328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820656" y="6492240"/>
            <a:ext cx="457200" cy="338328"/>
          </a:xfrm>
        </p:spPr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29768" y="1596767"/>
            <a:ext cx="9848088" cy="3767328"/>
          </a:xfrm>
        </p:spPr>
        <p:txBody>
          <a:bodyPr anchor="b">
            <a:normAutofit/>
          </a:bodyPr>
          <a:lstStyle>
            <a:lvl1pPr marL="0" indent="0">
              <a:lnSpc>
                <a:spcPct val="110000"/>
              </a:lnSpc>
              <a:buNone/>
              <a:defRPr sz="6000" b="0">
                <a:solidFill>
                  <a:schemeClr val="accent1"/>
                </a:solidFill>
              </a:defRPr>
            </a:lvl1pPr>
            <a:lvl2pPr marL="228600" indent="0">
              <a:lnSpc>
                <a:spcPct val="110000"/>
              </a:lnSpc>
              <a:buNone/>
              <a:defRPr sz="5400" b="0">
                <a:solidFill>
                  <a:schemeClr val="accent1"/>
                </a:solidFill>
              </a:defRPr>
            </a:lvl2pPr>
            <a:lvl3pPr marL="457200" indent="0">
              <a:lnSpc>
                <a:spcPct val="110000"/>
              </a:lnSpc>
              <a:buNone/>
              <a:defRPr sz="4800" b="0">
                <a:solidFill>
                  <a:schemeClr val="accent1"/>
                </a:solidFill>
              </a:defRPr>
            </a:lvl3pPr>
            <a:lvl4pPr marL="685800" indent="0">
              <a:lnSpc>
                <a:spcPct val="110000"/>
              </a:lnSpc>
              <a:buNone/>
              <a:defRPr sz="4400" b="0">
                <a:solidFill>
                  <a:schemeClr val="accent1"/>
                </a:solidFill>
              </a:defRPr>
            </a:lvl4pPr>
            <a:lvl5pPr marL="914400" indent="0">
              <a:lnSpc>
                <a:spcPct val="110000"/>
              </a:lnSpc>
              <a:buNone/>
              <a:defRPr sz="4000" b="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Click to edit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30504120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7B7014-5970-11E5-11F0-6B902283689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18488" y="5376672"/>
            <a:ext cx="9079992" cy="466344"/>
          </a:xfrm>
        </p:spPr>
        <p:txBody>
          <a:bodyPr anchor="t">
            <a:normAutofit/>
          </a:bodyPr>
          <a:lstStyle>
            <a:lvl1pPr>
              <a:lnSpc>
                <a:spcPct val="120000"/>
              </a:lnSpc>
              <a:defRPr sz="2200"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450CCE4-9136-9EA6-8630-92DA75F38F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621600-2F49-4BDF-9F00-79A81477383F}" type="datetime1">
              <a:rPr lang="en-US" smtClean="0"/>
              <a:t>12/24/2025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B66F519-3A11-8ACC-F11B-0C5B8388C6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B677173-46BB-8B19-DE87-86D46A98F5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63EF4BD9-B936-0E90-F933-A03D5E185561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499616" y="1527048"/>
            <a:ext cx="9198864" cy="2871216"/>
          </a:xfrm>
        </p:spPr>
        <p:txBody>
          <a:bodyPr anchor="ctr">
            <a:normAutofit/>
          </a:bodyPr>
          <a:lstStyle>
            <a:lvl1pPr marL="137160" indent="-137160">
              <a:lnSpc>
                <a:spcPct val="110000"/>
              </a:lnSpc>
              <a:spcBef>
                <a:spcPts val="0"/>
              </a:spcBef>
              <a:buNone/>
              <a:defRPr sz="400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Quote</a:t>
            </a:r>
          </a:p>
        </p:txBody>
      </p:sp>
    </p:spTree>
    <p:extLst>
      <p:ext uri="{BB962C8B-B14F-4D97-AF65-F5344CB8AC3E}">
        <p14:creationId xmlns:p14="http://schemas.microsoft.com/office/powerpoint/2010/main" val="3107420446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: Shape 5">
            <a:extLst>
              <a:ext uri="{FF2B5EF4-FFF2-40B4-BE49-F238E27FC236}">
                <a16:creationId xmlns:a16="http://schemas.microsoft.com/office/drawing/2014/main" id="{3AF1DAFD-6C43-776A-EDEF-047653131661}"/>
              </a:ext>
            </a:extLst>
          </p:cNvPr>
          <p:cNvSpPr/>
          <p:nvPr/>
        </p:nvSpPr>
        <p:spPr>
          <a:xfrm flipV="1">
            <a:off x="0" y="823828"/>
            <a:ext cx="11385608" cy="6034172"/>
          </a:xfrm>
          <a:custGeom>
            <a:avLst/>
            <a:gdLst>
              <a:gd name="connsiteX0" fmla="*/ 0 w 11385608"/>
              <a:gd name="connsiteY0" fmla="*/ 6034172 h 6034172"/>
              <a:gd name="connsiteX1" fmla="*/ 10969276 w 11385608"/>
              <a:gd name="connsiteY1" fmla="*/ 6034172 h 6034172"/>
              <a:gd name="connsiteX2" fmla="*/ 11385608 w 11385608"/>
              <a:gd name="connsiteY2" fmla="*/ 5617840 h 6034172"/>
              <a:gd name="connsiteX3" fmla="*/ 11385608 w 11385608"/>
              <a:gd name="connsiteY3" fmla="*/ 0 h 6034172"/>
              <a:gd name="connsiteX4" fmla="*/ 0 w 11385608"/>
              <a:gd name="connsiteY4" fmla="*/ 0 h 60341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85608" h="6034172">
                <a:moveTo>
                  <a:pt x="0" y="6034172"/>
                </a:moveTo>
                <a:lnTo>
                  <a:pt x="10969276" y="6034172"/>
                </a:lnTo>
                <a:cubicBezTo>
                  <a:pt x="11199210" y="6034172"/>
                  <a:pt x="11385608" y="5847774"/>
                  <a:pt x="11385608" y="5617840"/>
                </a:cubicBezTo>
                <a:lnTo>
                  <a:pt x="11385608" y="0"/>
                </a:lnTo>
                <a:lnTo>
                  <a:pt x="0" y="0"/>
                </a:lnTo>
                <a:close/>
              </a:path>
            </a:pathLst>
          </a:custGeom>
          <a:solidFill>
            <a:schemeClr val="bg2"/>
          </a:solidFill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0EDE6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97B7014-5970-11E5-11F0-6B902283689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66928" y="5148072"/>
            <a:ext cx="8366760" cy="1188720"/>
          </a:xfrm>
        </p:spPr>
        <p:txBody>
          <a:bodyPr anchor="ctr">
            <a:normAutofit/>
          </a:bodyPr>
          <a:lstStyle>
            <a:lvl1pPr>
              <a:lnSpc>
                <a:spcPct val="120000"/>
              </a:lnSpc>
              <a:defRPr sz="1800" b="1"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450CCE4-9136-9EA6-8630-92DA75F38F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123558-A89A-4F39-900D-C4A4FDA1B2E7}" type="datetime1">
              <a:rPr lang="en-US" smtClean="0"/>
              <a:t>12/24/2025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B66F519-3A11-8ACC-F11B-0C5B8388C6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8512" y="6492240"/>
            <a:ext cx="2660904" cy="338328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B677173-46BB-8B19-DE87-86D46A98F5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20856" y="6492240"/>
            <a:ext cx="457200" cy="338328"/>
          </a:xfrm>
        </p:spPr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63EF4BD9-B936-0E90-F933-A03D5E185561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29768" y="1783080"/>
            <a:ext cx="8503920" cy="3209544"/>
          </a:xfrm>
        </p:spPr>
        <p:txBody>
          <a:bodyPr anchor="t">
            <a:normAutofit/>
          </a:bodyPr>
          <a:lstStyle>
            <a:lvl1pPr marL="137160" indent="-137160">
              <a:lnSpc>
                <a:spcPct val="100000"/>
              </a:lnSpc>
              <a:spcBef>
                <a:spcPts val="0"/>
              </a:spcBef>
              <a:buNone/>
              <a:defRPr sz="400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Quote</a:t>
            </a:r>
          </a:p>
        </p:txBody>
      </p:sp>
    </p:spTree>
    <p:extLst>
      <p:ext uri="{BB962C8B-B14F-4D97-AF65-F5344CB8AC3E}">
        <p14:creationId xmlns:p14="http://schemas.microsoft.com/office/powerpoint/2010/main" val="4292447484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B25BDAC2-53C5-6F8B-7446-54D1152EB91B}"/>
              </a:ext>
            </a:extLst>
          </p:cNvPr>
          <p:cNvSpPr/>
          <p:nvPr/>
        </p:nvSpPr>
        <p:spPr>
          <a:xfrm>
            <a:off x="0" y="0"/>
            <a:ext cx="11385608" cy="5084064"/>
          </a:xfrm>
          <a:custGeom>
            <a:avLst/>
            <a:gdLst>
              <a:gd name="connsiteX0" fmla="*/ 0 w 11385608"/>
              <a:gd name="connsiteY0" fmla="*/ 0 h 5084064"/>
              <a:gd name="connsiteX1" fmla="*/ 11385608 w 11385608"/>
              <a:gd name="connsiteY1" fmla="*/ 0 h 5084064"/>
              <a:gd name="connsiteX2" fmla="*/ 11385608 w 11385608"/>
              <a:gd name="connsiteY2" fmla="*/ 4562110 h 5084064"/>
              <a:gd name="connsiteX3" fmla="*/ 10863655 w 11385608"/>
              <a:gd name="connsiteY3" fmla="*/ 5084064 h 5084064"/>
              <a:gd name="connsiteX4" fmla="*/ 0 w 11385608"/>
              <a:gd name="connsiteY4" fmla="*/ 5084064 h 50840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85608" h="5084064">
                <a:moveTo>
                  <a:pt x="0" y="0"/>
                </a:moveTo>
                <a:lnTo>
                  <a:pt x="11385608" y="0"/>
                </a:lnTo>
                <a:lnTo>
                  <a:pt x="11385608" y="4562110"/>
                </a:lnTo>
                <a:cubicBezTo>
                  <a:pt x="11385608" y="4850377"/>
                  <a:pt x="11151922" y="5084064"/>
                  <a:pt x="10863655" y="5084064"/>
                </a:cubicBezTo>
                <a:lnTo>
                  <a:pt x="0" y="5084064"/>
                </a:lnTo>
                <a:close/>
              </a:path>
            </a:pathLst>
          </a:custGeom>
          <a:solidFill>
            <a:schemeClr val="bg2"/>
          </a:solidFill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0EDE6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97B7014-5970-11E5-11F0-6B902283689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66928" y="5449824"/>
            <a:ext cx="9546336" cy="905256"/>
          </a:xfrm>
        </p:spPr>
        <p:txBody>
          <a:bodyPr anchor="ctr">
            <a:normAutofit/>
          </a:bodyPr>
          <a:lstStyle>
            <a:lvl1pPr>
              <a:lnSpc>
                <a:spcPct val="120000"/>
              </a:lnSpc>
              <a:defRPr sz="1800" b="1"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450CCE4-9136-9EA6-8630-92DA75F38F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42020B-CB60-4281-A570-6300974B7A2E}" type="datetime1">
              <a:rPr lang="en-US" smtClean="0"/>
              <a:t>12/24/2025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B66F519-3A11-8ACC-F11B-0C5B8388C6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8512" y="6492240"/>
            <a:ext cx="2660904" cy="338328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B677173-46BB-8B19-DE87-86D46A98F5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20856" y="6492240"/>
            <a:ext cx="457200" cy="338328"/>
          </a:xfrm>
        </p:spPr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63EF4BD9-B936-0E90-F933-A03D5E185561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29768" y="530352"/>
            <a:ext cx="9683496" cy="3950208"/>
          </a:xfrm>
        </p:spPr>
        <p:txBody>
          <a:bodyPr anchor="ctr">
            <a:normAutofit/>
          </a:bodyPr>
          <a:lstStyle>
            <a:lvl1pPr marL="137160" indent="-137160">
              <a:lnSpc>
                <a:spcPct val="110000"/>
              </a:lnSpc>
              <a:spcBef>
                <a:spcPts val="0"/>
              </a:spcBef>
              <a:buNone/>
              <a:defRPr sz="440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Quote</a:t>
            </a:r>
          </a:p>
        </p:txBody>
      </p:sp>
    </p:spTree>
    <p:extLst>
      <p:ext uri="{BB962C8B-B14F-4D97-AF65-F5344CB8AC3E}">
        <p14:creationId xmlns:p14="http://schemas.microsoft.com/office/powerpoint/2010/main" val="371162794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4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7B7014-5970-11E5-11F0-6B902283689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7784" y="4965192"/>
            <a:ext cx="8339328" cy="1289304"/>
          </a:xfrm>
        </p:spPr>
        <p:txBody>
          <a:bodyPr anchor="ctr">
            <a:normAutofit/>
          </a:bodyPr>
          <a:lstStyle>
            <a:lvl1pPr>
              <a:lnSpc>
                <a:spcPct val="120000"/>
              </a:lnSpc>
              <a:defRPr sz="1800" b="0"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63EF4BD9-B936-0E90-F933-A03D5E185561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29768" y="1033272"/>
            <a:ext cx="8467344" cy="3931920"/>
          </a:xfrm>
        </p:spPr>
        <p:txBody>
          <a:bodyPr anchor="b">
            <a:normAutofit/>
          </a:bodyPr>
          <a:lstStyle>
            <a:lvl1pPr marL="137160" indent="-137160">
              <a:lnSpc>
                <a:spcPct val="110000"/>
              </a:lnSpc>
              <a:spcBef>
                <a:spcPts val="0"/>
              </a:spcBef>
              <a:buNone/>
              <a:defRPr sz="440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Quote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1554EA42-18F1-82AE-02C3-B2B2A57AD709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F55215D8-97AA-4B85-B7A0-A02F39368DA3}" type="datetime1">
              <a:rPr lang="en-US" smtClean="0"/>
              <a:t>12/24/2025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A8AE5996-C1E5-AFF0-1C20-EFDC8711799D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4A8ACF18-7D60-FEE3-1B8D-6E5F51611A84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209606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7" y="294248"/>
            <a:ext cx="11164825" cy="95848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778C515B-8D5A-0268-9044-7B2013C87E0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29767" y="2020825"/>
            <a:ext cx="5212208" cy="4284726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13C7061A-8ED7-8B72-BD2B-2DF67F8C7A7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381622" y="2020822"/>
            <a:ext cx="5212208" cy="4284727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5CE14-1FF6-4074-BE8F-BABA3B0759C8}" type="datetime1">
              <a:rPr lang="en-US" smtClean="0"/>
              <a:t>12/24/2025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8356827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276166"/>
            <a:ext cx="11164824" cy="976562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29767" y="1380744"/>
            <a:ext cx="5212080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A211279F-0D05-3637-19CD-29468F4DD2F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30213" y="2021134"/>
            <a:ext cx="5211762" cy="434315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82512" y="1380744"/>
            <a:ext cx="5212080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F1B170DE-636A-B1A9-2EAB-C426DBFB3E5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381750" y="2020888"/>
            <a:ext cx="5213350" cy="43434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71389-0C57-4856-A530-D0CC79ABF97F}" type="datetime1">
              <a:rPr lang="en-US" smtClean="0"/>
              <a:t>12/24/2025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9378711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B13EFD-DF71-4A7D-9C47-1BBDB138B295}" type="datetime1">
              <a:rPr lang="en-US" smtClean="0"/>
              <a:t>12/24/2025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3910655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6BE319-9B1C-4A02-A60F-55C05B841F00}" type="datetime1">
              <a:rPr lang="en-US" smtClean="0"/>
              <a:t>12/24/2025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2499979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553616"/>
            <a:ext cx="3595634" cy="1757505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29769" y="2311121"/>
            <a:ext cx="3309608" cy="3993263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6995" y="553616"/>
            <a:ext cx="6466741" cy="5752566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EF397E-666B-470F-A253-6BE6BC97EEBE}" type="datetime1">
              <a:rPr lang="en-US" smtClean="0"/>
              <a:t>12/24/2025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581972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557784"/>
            <a:ext cx="3713996" cy="2212313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29767" y="2826137"/>
            <a:ext cx="3310128" cy="3434638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Picture Placeholder 8">
            <a:extLst>
              <a:ext uri="{FF2B5EF4-FFF2-40B4-BE49-F238E27FC236}">
                <a16:creationId xmlns:a16="http://schemas.microsoft.com/office/drawing/2014/main" id="{FA23F0E6-EDAF-3A7F-5EC8-F911E9AE48E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502843" y="0"/>
            <a:ext cx="7689157" cy="6399152"/>
          </a:xfrm>
          <a:custGeom>
            <a:avLst/>
            <a:gdLst>
              <a:gd name="connsiteX0" fmla="*/ 0 w 7689157"/>
              <a:gd name="connsiteY0" fmla="*/ 0 h 6399152"/>
              <a:gd name="connsiteX1" fmla="*/ 7689157 w 7689157"/>
              <a:gd name="connsiteY1" fmla="*/ 0 h 6399152"/>
              <a:gd name="connsiteX2" fmla="*/ 7689157 w 7689157"/>
              <a:gd name="connsiteY2" fmla="*/ 6399152 h 6399152"/>
              <a:gd name="connsiteX3" fmla="*/ 578440 w 7689157"/>
              <a:gd name="connsiteY3" fmla="*/ 6399152 h 6399152"/>
              <a:gd name="connsiteX4" fmla="*/ 0 w 7689157"/>
              <a:gd name="connsiteY4" fmla="*/ 5820712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689157" h="6399152">
                <a:moveTo>
                  <a:pt x="0" y="0"/>
                </a:moveTo>
                <a:lnTo>
                  <a:pt x="7689157" y="0"/>
                </a:lnTo>
                <a:lnTo>
                  <a:pt x="7689157" y="6399152"/>
                </a:lnTo>
                <a:lnTo>
                  <a:pt x="578440" y="6399152"/>
                </a:lnTo>
                <a:cubicBezTo>
                  <a:pt x="258976" y="6399152"/>
                  <a:pt x="0" y="6140176"/>
                  <a:pt x="0" y="5820712"/>
                </a:cubicBezTo>
                <a:close/>
              </a:path>
            </a:pathLst>
          </a:custGeo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2249CC-ABEB-43E4-956A-E3EA25785381}" type="datetime1">
              <a:rPr lang="en-US" smtClean="0"/>
              <a:t>12/24/2025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7963595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429768"/>
            <a:ext cx="10890374" cy="1627632"/>
          </a:xfrm>
        </p:spPr>
        <p:txBody>
          <a:bodyPr anchor="t">
            <a:normAutofit/>
          </a:bodyPr>
          <a:lstStyle>
            <a:lvl1pPr>
              <a:defRPr sz="66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29768" y="3264408"/>
            <a:ext cx="10890374" cy="28346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FE689B-95F7-4D9F-8FA3-5EAD5F062125}" type="datetime1">
              <a:rPr lang="en-US" smtClean="0"/>
              <a:t>12/24/2025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272241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1627318"/>
            <a:ext cx="8430768" cy="1842020"/>
          </a:xfrm>
        </p:spPr>
        <p:txBody>
          <a:bodyPr anchor="b">
            <a:normAutofit/>
          </a:bodyPr>
          <a:lstStyle>
            <a:lvl1pPr>
              <a:defRPr sz="60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9768" y="3622673"/>
            <a:ext cx="8430768" cy="182880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9EC20F-E1D8-4943-B054-6F2B6C10D630}" type="datetime1">
              <a:rPr lang="en-US" smtClean="0"/>
              <a:t>12/24/2025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746404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283464"/>
            <a:ext cx="10652760" cy="96926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29768" y="1380744"/>
            <a:ext cx="10652760" cy="49011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29768" y="6492240"/>
            <a:ext cx="2843784" cy="3383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fld id="{F7F99000-8DC5-4FAA-962C-D38BB4F2BF7D}" type="datetime1">
              <a:rPr lang="en-US" smtClean="0"/>
              <a:t>12/24/2025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897112" y="6492240"/>
            <a:ext cx="2660904" cy="3383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49456" y="6492240"/>
            <a:ext cx="457200" cy="3383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01943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25" r:id="rId1"/>
    <p:sldLayoutId id="2147483824" r:id="rId2"/>
    <p:sldLayoutId id="2147483826" r:id="rId3"/>
    <p:sldLayoutId id="2147483775" r:id="rId4"/>
    <p:sldLayoutId id="2147483776" r:id="rId5"/>
    <p:sldLayoutId id="2147483777" r:id="rId6"/>
    <p:sldLayoutId id="2147483778" r:id="rId7"/>
    <p:sldLayoutId id="2147483779" r:id="rId8"/>
    <p:sldLayoutId id="2147483780" r:id="rId9"/>
    <p:sldLayoutId id="2147483781" r:id="rId10"/>
    <p:sldLayoutId id="2147483782" r:id="rId11"/>
    <p:sldLayoutId id="2147483783" r:id="rId12"/>
    <p:sldLayoutId id="2147483784" r:id="rId13"/>
    <p:sldLayoutId id="2147483785" r:id="rId14"/>
    <p:sldLayoutId id="2147483786" r:id="rId15"/>
    <p:sldLayoutId id="2147483787" r:id="rId16"/>
    <p:sldLayoutId id="2147483788" r:id="rId17"/>
    <p:sldLayoutId id="2147483789" r:id="rId18"/>
    <p:sldLayoutId id="2147483790" r:id="rId19"/>
    <p:sldLayoutId id="2147483791" r:id="rId20"/>
    <p:sldLayoutId id="2147483792" r:id="rId21"/>
    <p:sldLayoutId id="2147483793" r:id="rId22"/>
    <p:sldLayoutId id="2147483794" r:id="rId23"/>
    <p:sldLayoutId id="2147483795" r:id="rId24"/>
    <p:sldLayoutId id="2147483796" r:id="rId25"/>
    <p:sldLayoutId id="2147483797" r:id="rId26"/>
    <p:sldLayoutId id="2147483798" r:id="rId27"/>
    <p:sldLayoutId id="2147483799" r:id="rId28"/>
    <p:sldLayoutId id="2147483800" r:id="rId29"/>
    <p:sldLayoutId id="2147483801" r:id="rId30"/>
    <p:sldLayoutId id="2147483802" r:id="rId31"/>
    <p:sldLayoutId id="2147483803" r:id="rId32"/>
    <p:sldLayoutId id="2147483804" r:id="rId33"/>
    <p:sldLayoutId id="2147483805" r:id="rId34"/>
    <p:sldLayoutId id="2147483806" r:id="rId35"/>
    <p:sldLayoutId id="2147483807" r:id="rId36"/>
    <p:sldLayoutId id="2147483808" r:id="rId37"/>
    <p:sldLayoutId id="2147483809" r:id="rId38"/>
    <p:sldLayoutId id="2147483810" r:id="rId39"/>
    <p:sldLayoutId id="2147483811" r:id="rId40"/>
    <p:sldLayoutId id="2147483812" r:id="rId41"/>
    <p:sldLayoutId id="2147483813" r:id="rId42"/>
    <p:sldLayoutId id="2147483814" r:id="rId43"/>
    <p:sldLayoutId id="2147483815" r:id="rId44"/>
    <p:sldLayoutId id="2147483816" r:id="rId45"/>
    <p:sldLayoutId id="2147483817" r:id="rId46"/>
    <p:sldLayoutId id="2147483818" r:id="rId47"/>
    <p:sldLayoutId id="2147483819" r:id="rId48"/>
    <p:sldLayoutId id="2147483820" r:id="rId49"/>
    <p:sldLayoutId id="2147483821" r:id="rId50"/>
    <p:sldLayoutId id="2147483822" r:id="rId51"/>
    <p:sldLayoutId id="2147483823" r:id="rId52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0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hyperlink" Target="https://www.kaggle.com/datasets/dissfya/atp-tennis-2000-2023daily-pull" TargetMode="External"/><Relationship Id="rId1" Type="http://schemas.openxmlformats.org/officeDocument/2006/relationships/slideLayout" Target="../slideLayouts/slideLayout10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0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0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0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10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10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9768" y="411480"/>
            <a:ext cx="5330952" cy="3739896"/>
          </a:xfrm>
        </p:spPr>
        <p:txBody>
          <a:bodyPr anchor="t">
            <a:normAutofit/>
          </a:bodyPr>
          <a:lstStyle/>
          <a:p>
            <a:r>
              <a:rPr lang="en-US" sz="4800"/>
              <a:t>ATP Tennis analysis</a:t>
            </a:r>
            <a:br>
              <a:rPr lang="en-US" sz="4800"/>
            </a:br>
            <a:br>
              <a:rPr lang="en-US" sz="4800"/>
            </a:br>
            <a:r>
              <a:rPr lang="en-US" sz="2400"/>
              <a:t>by india flores</a:t>
            </a:r>
            <a:endParaRPr lang="en-US" sz="24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29768" y="4873752"/>
            <a:ext cx="4517136" cy="1380744"/>
          </a:xfrm>
        </p:spPr>
        <p:txBody>
          <a:bodyPr anchor="b">
            <a:normAutofit/>
          </a:bodyPr>
          <a:lstStyle/>
          <a:p>
            <a:r>
              <a:rPr lang="en-US"/>
              <a:t>Demonstrates data cleaning, SQL analysis in </a:t>
            </a:r>
            <a:r>
              <a:rPr lang="en-US" err="1"/>
              <a:t>BigQuery</a:t>
            </a:r>
            <a:r>
              <a:rPr lang="en-US"/>
              <a:t>, and Tableau visualization</a:t>
            </a:r>
          </a:p>
        </p:txBody>
      </p:sp>
      <p:pic>
        <p:nvPicPr>
          <p:cNvPr id="4" name="Picture Placeholder 3" descr="Tennis - Wikipedia">
            <a:extLst>
              <a:ext uri="{FF2B5EF4-FFF2-40B4-BE49-F238E27FC236}">
                <a16:creationId xmlns:a16="http://schemas.microsoft.com/office/drawing/2014/main" id="{CC286F4F-309F-33D7-33A8-070BE9FA309C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/>
          <a:srcRect t="12480" r="1" b="12481"/>
          <a:stretch>
            <a:fillRect/>
          </a:stretch>
        </p:blipFill>
        <p:spPr>
          <a:xfrm>
            <a:off x="6517248" y="10"/>
            <a:ext cx="5674753" cy="6859217"/>
          </a:xfrm>
          <a:custGeom>
            <a:avLst/>
            <a:gdLst>
              <a:gd name="connsiteX0" fmla="*/ 0 w 5674753"/>
              <a:gd name="connsiteY0" fmla="*/ 0 h 6399152"/>
              <a:gd name="connsiteX1" fmla="*/ 5674753 w 5674753"/>
              <a:gd name="connsiteY1" fmla="*/ 0 h 6399152"/>
              <a:gd name="connsiteX2" fmla="*/ 5674753 w 5674753"/>
              <a:gd name="connsiteY2" fmla="*/ 6399152 h 6399152"/>
              <a:gd name="connsiteX3" fmla="*/ 601996 w 5674753"/>
              <a:gd name="connsiteY3" fmla="*/ 6399152 h 6399152"/>
              <a:gd name="connsiteX4" fmla="*/ 0 w 5674753"/>
              <a:gd name="connsiteY4" fmla="*/ 5797156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674753" h="6399152">
                <a:moveTo>
                  <a:pt x="0" y="0"/>
                </a:moveTo>
                <a:lnTo>
                  <a:pt x="5674753" y="0"/>
                </a:lnTo>
                <a:lnTo>
                  <a:pt x="5674753" y="6399152"/>
                </a:lnTo>
                <a:lnTo>
                  <a:pt x="601996" y="6399152"/>
                </a:lnTo>
                <a:cubicBezTo>
                  <a:pt x="269523" y="6399152"/>
                  <a:pt x="0" y="6129629"/>
                  <a:pt x="0" y="5797156"/>
                </a:cubicBezTo>
                <a:close/>
              </a:path>
            </a:pathLst>
          </a:custGeom>
          <a:noFill/>
        </p:spPr>
      </p:pic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A04DEC-9965-63F4-9A2D-29E2263D41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5400" dirty="0"/>
              <a:t>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6BA908-A49A-E33C-E473-8B7D23F97E41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30017" y="1328651"/>
            <a:ext cx="6459848" cy="5119531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2400" dirty="0"/>
              <a:t>Analyze trends in the data by answering:</a:t>
            </a:r>
          </a:p>
          <a:p>
            <a:r>
              <a:rPr lang="en-US" sz="2400" dirty="0">
                <a:ea typeface="+mn-lt"/>
                <a:cs typeface="+mn-lt"/>
              </a:rPr>
              <a:t>How many </a:t>
            </a:r>
            <a:r>
              <a:rPr lang="en-US" sz="2400">
                <a:ea typeface="+mn-lt"/>
                <a:cs typeface="+mn-lt"/>
              </a:rPr>
              <a:t>ATP </a:t>
            </a:r>
            <a:r>
              <a:rPr lang="en-US" sz="2400" dirty="0">
                <a:ea typeface="+mn-lt"/>
                <a:cs typeface="+mn-lt"/>
              </a:rPr>
              <a:t>matches are played on each surface</a:t>
            </a:r>
            <a:r>
              <a:rPr lang="en-US" sz="2400">
                <a:ea typeface="+mn-lt"/>
                <a:cs typeface="+mn-lt"/>
              </a:rPr>
              <a:t> type</a:t>
            </a:r>
            <a:r>
              <a:rPr lang="en-US" sz="2400" dirty="0">
                <a:ea typeface="+mn-lt"/>
                <a:cs typeface="+mn-lt"/>
              </a:rPr>
              <a:t>?</a:t>
            </a:r>
            <a:endParaRPr lang="en-US">
              <a:ea typeface="+mn-lt"/>
              <a:cs typeface="+mn-lt"/>
            </a:endParaRPr>
          </a:p>
          <a:p>
            <a:r>
              <a:rPr lang="en-US" sz="2400">
                <a:ea typeface="+mn-lt"/>
                <a:cs typeface="+mn-lt"/>
              </a:rPr>
              <a:t>Which players win </a:t>
            </a:r>
            <a:r>
              <a:rPr lang="en-US" sz="2400" dirty="0">
                <a:ea typeface="+mn-lt"/>
                <a:cs typeface="+mn-lt"/>
              </a:rPr>
              <a:t>the most matches on each surface?</a:t>
            </a:r>
            <a:endParaRPr lang="en-US">
              <a:ea typeface="+mn-lt"/>
              <a:cs typeface="+mn-lt"/>
            </a:endParaRPr>
          </a:p>
          <a:p>
            <a:r>
              <a:rPr lang="en-US" sz="2400" dirty="0">
                <a:ea typeface="+mn-lt"/>
                <a:cs typeface="+mn-lt"/>
              </a:rPr>
              <a:t>Which surface produces the most </a:t>
            </a:r>
            <a:r>
              <a:rPr lang="en-US" sz="2400">
                <a:ea typeface="+mn-lt"/>
                <a:cs typeface="+mn-lt"/>
              </a:rPr>
              <a:t>physically </a:t>
            </a:r>
            <a:r>
              <a:rPr lang="en-US" sz="2400" dirty="0">
                <a:ea typeface="+mn-lt"/>
                <a:cs typeface="+mn-lt"/>
              </a:rPr>
              <a:t>demanding matches?</a:t>
            </a:r>
            <a:endParaRPr lang="en-US" dirty="0">
              <a:ea typeface="+mn-lt"/>
              <a:cs typeface="+mn-lt"/>
            </a:endParaRPr>
          </a:p>
          <a:p>
            <a:r>
              <a:rPr lang="en-US" sz="2400" dirty="0">
                <a:ea typeface="+mn-lt"/>
                <a:cs typeface="+mn-lt"/>
              </a:rPr>
              <a:t>How many matches does each player play on each surface?</a:t>
            </a:r>
            <a:endParaRPr lang="en-US" dirty="0">
              <a:ea typeface="+mn-lt"/>
              <a:cs typeface="+mn-lt"/>
            </a:endParaRPr>
          </a:p>
          <a:p>
            <a:endParaRPr lang="en-US" sz="2400" dirty="0"/>
          </a:p>
        </p:txBody>
      </p:sp>
      <p:pic>
        <p:nvPicPr>
          <p:cNvPr id="4" name="Picture 3" descr="A person standing next to a white shelf&#10;&#10;AI-generated content may be incorrect.">
            <a:extLst>
              <a:ext uri="{FF2B5EF4-FFF2-40B4-BE49-F238E27FC236}">
                <a16:creationId xmlns:a16="http://schemas.microsoft.com/office/drawing/2014/main" id="{5711967B-B50A-D16E-0C19-AA5BEC505C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21287" y="4042064"/>
            <a:ext cx="4242954" cy="2583872"/>
          </a:xfrm>
          <a:prstGeom prst="rect">
            <a:avLst/>
          </a:prstGeom>
        </p:spPr>
      </p:pic>
      <p:pic>
        <p:nvPicPr>
          <p:cNvPr id="5" name="Picture 4" descr="A graph with a red arrow pointing to the center of a target&#10;&#10;AI-generated content may be incorrect.">
            <a:extLst>
              <a:ext uri="{FF2B5EF4-FFF2-40B4-BE49-F238E27FC236}">
                <a16:creationId xmlns:a16="http://schemas.microsoft.com/office/drawing/2014/main" id="{943ED83F-FAB6-19A6-772D-69CF43F330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26482" y="413472"/>
            <a:ext cx="4232563" cy="30246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3004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13B89E3D-B7EE-98CB-CE51-76FA3A597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411480"/>
            <a:ext cx="11045952" cy="1828800"/>
          </a:xfrm>
        </p:spPr>
        <p:txBody>
          <a:bodyPr>
            <a:normAutofit/>
          </a:bodyPr>
          <a:lstStyle/>
          <a:p>
            <a:r>
              <a:rPr lang="en-US" sz="4800" dirty="0"/>
              <a:t>ABOUT THE DATA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80BE72A8-2B91-193C-EC85-DDAC28101651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55540" y="1427724"/>
            <a:ext cx="5780976" cy="4735786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285750" indent="-285750">
              <a:buFont typeface="Calibri"/>
              <a:buChar char="-"/>
            </a:pPr>
            <a:r>
              <a:rPr lang="en-US" sz="2000" dirty="0"/>
              <a:t>Includes 66,682 rows with information on tournaments, surface type, players, winners, and scores </a:t>
            </a:r>
          </a:p>
          <a:p>
            <a:pPr marL="285750" indent="-285750">
              <a:buFont typeface="Calibri"/>
              <a:buChar char="-"/>
            </a:pPr>
            <a:r>
              <a:rPr lang="en-US" sz="2000" dirty="0"/>
              <a:t>Downloaded from Kaggle in a CSV file to Excel</a:t>
            </a:r>
          </a:p>
          <a:p>
            <a:pPr marL="285750" indent="-285750">
              <a:buFont typeface="Calibri"/>
              <a:buChar char="-"/>
            </a:pPr>
            <a:r>
              <a:rPr lang="en-US" sz="2000">
                <a:ea typeface="+mn-lt"/>
                <a:cs typeface="+mn-lt"/>
              </a:rPr>
              <a:t>Cleaned the data by splitting score fields into separate columns, standardizing surface names, converting dates to a consistent format, and removing duplicate records</a:t>
            </a:r>
          </a:p>
          <a:p>
            <a:pPr marL="285750" indent="-285750">
              <a:buFont typeface="Calibri"/>
              <a:buChar char="-"/>
            </a:pPr>
            <a:r>
              <a:rPr lang="en-US" sz="2000">
                <a:ea typeface="+mn-lt"/>
                <a:cs typeface="+mn-lt"/>
              </a:rPr>
              <a:t>Analysis focuses on main-draw ATP matches from 2000–2025</a:t>
            </a:r>
            <a:endParaRPr lang="en-US" sz="2000" dirty="0"/>
          </a:p>
          <a:p>
            <a:pPr marL="285750" indent="-285750">
              <a:buFont typeface="Calibri"/>
              <a:buChar char="-"/>
            </a:pPr>
            <a:endParaRPr lang="en-US" sz="2000" dirty="0"/>
          </a:p>
          <a:p>
            <a:pPr marL="285750" indent="-285750">
              <a:buFont typeface="Calibri"/>
              <a:buChar char="-"/>
            </a:pPr>
            <a:r>
              <a:rPr lang="en-US" sz="2000" dirty="0"/>
              <a:t>Full dataset: </a:t>
            </a:r>
            <a:r>
              <a:rPr lang="en-US" sz="2000" dirty="0">
                <a:hlinkClick r:id="rId2"/>
              </a:rPr>
              <a:t>ATP Tennis 2000-2025</a:t>
            </a:r>
            <a:endParaRPr lang="en-US" sz="2000" dirty="0"/>
          </a:p>
        </p:txBody>
      </p:sp>
      <p:pic>
        <p:nvPicPr>
          <p:cNvPr id="4" name="Picture 3" descr="A table of numbers and letters&#10;&#10;AI-generated content may be incorrect.">
            <a:extLst>
              <a:ext uri="{FF2B5EF4-FFF2-40B4-BE49-F238E27FC236}">
                <a16:creationId xmlns:a16="http://schemas.microsoft.com/office/drawing/2014/main" id="{BA1AA052-FAE5-5AE8-1513-E5F8397504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4899" y="1146463"/>
            <a:ext cx="6245802" cy="53132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34239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128992-9794-C842-6CDE-854755E7CE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411480"/>
            <a:ext cx="6451206" cy="1828800"/>
          </a:xfrm>
        </p:spPr>
        <p:txBody>
          <a:bodyPr>
            <a:normAutofit/>
          </a:bodyPr>
          <a:lstStyle/>
          <a:p>
            <a:r>
              <a:rPr lang="en-US" sz="4800" dirty="0"/>
              <a:t>TOTAL MATCHES PER SURFACE</a:t>
            </a:r>
          </a:p>
        </p:txBody>
      </p:sp>
      <p:pic>
        <p:nvPicPr>
          <p:cNvPr id="4" name="Content Placeholder 3" descr="A screenshot of a graph&#10;&#10;AI-generated content may be incorrect.">
            <a:extLst>
              <a:ext uri="{FF2B5EF4-FFF2-40B4-BE49-F238E27FC236}">
                <a16:creationId xmlns:a16="http://schemas.microsoft.com/office/drawing/2014/main" id="{7159ADD5-5AA1-595B-ECDE-59CC7B7FDB12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6610954" y="341875"/>
            <a:ext cx="5438438" cy="6167515"/>
          </a:xfrm>
          <a:prstGeom prst="rect">
            <a:avLst/>
          </a:prstGeom>
        </p:spPr>
      </p:pic>
      <p:pic>
        <p:nvPicPr>
          <p:cNvPr id="6" name="Picture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07FD6999-FAE1-6976-AADC-D67BCDA8B0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167" y="1874435"/>
            <a:ext cx="5399964" cy="139178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FE92DAA-1759-F48F-DF3E-349DB488D8FF}"/>
              </a:ext>
            </a:extLst>
          </p:cNvPr>
          <p:cNvSpPr txBox="1"/>
          <p:nvPr/>
        </p:nvSpPr>
        <p:spPr>
          <a:xfrm>
            <a:off x="581891" y="3602182"/>
            <a:ext cx="5403272" cy="372409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Calibri"/>
              <a:buChar char="-"/>
            </a:pPr>
            <a:r>
              <a:rPr lang="en-US" sz="2000" dirty="0">
                <a:ea typeface="+mn-lt"/>
                <a:cs typeface="+mn-lt"/>
              </a:rPr>
              <a:t>Used COUNT(*) grouped by surface to calculate the total number of matches played on each surface</a:t>
            </a:r>
            <a:endParaRPr lang="en-US" sz="2000" dirty="0"/>
          </a:p>
          <a:p>
            <a:pPr marL="285750" indent="-285750">
              <a:buFont typeface="Calibri"/>
              <a:buChar char="-"/>
            </a:pPr>
            <a:endParaRPr lang="en-US" sz="2000" dirty="0"/>
          </a:p>
          <a:p>
            <a:pPr marL="285750" indent="-285750">
              <a:buFont typeface="Calibri"/>
              <a:buChar char="-"/>
            </a:pPr>
            <a:r>
              <a:rPr lang="en-US" sz="2000" dirty="0"/>
              <a:t>Hard courts had the most matches played, carpet courts had the least</a:t>
            </a:r>
          </a:p>
          <a:p>
            <a:pPr marL="285750" indent="-285750">
              <a:buFont typeface="Calibri"/>
              <a:buChar char="-"/>
            </a:pPr>
            <a:endParaRPr lang="en-US" sz="2000" dirty="0"/>
          </a:p>
          <a:p>
            <a:pPr marL="285750" indent="-285750">
              <a:buFont typeface="Calibri"/>
              <a:buChar char="-"/>
            </a:pPr>
            <a:r>
              <a:rPr lang="en-US" sz="2000" dirty="0">
                <a:ea typeface="+mn-lt"/>
                <a:cs typeface="+mn-lt"/>
              </a:rPr>
              <a:t>Hard courts dominate ATP scheduling, reflecting their prevalence in professional tournaments</a:t>
            </a:r>
            <a:endParaRPr lang="en-US" sz="2000" dirty="0"/>
          </a:p>
          <a:p>
            <a:pPr marL="285750" indent="-285750">
              <a:buFont typeface="Calibri"/>
              <a:buChar char="-"/>
            </a:pPr>
            <a:endParaRPr lang="en-US" dirty="0"/>
          </a:p>
          <a:p>
            <a:pPr marL="285750" indent="-285750">
              <a:buFont typeface="Calibri"/>
              <a:buChar char="-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23074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091F1F-20E2-B755-B1D5-8CAF43945F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411480"/>
            <a:ext cx="6212370" cy="1828800"/>
          </a:xfrm>
        </p:spPr>
        <p:txBody>
          <a:bodyPr>
            <a:normAutofit/>
          </a:bodyPr>
          <a:lstStyle/>
          <a:p>
            <a:r>
              <a:rPr lang="en-US" sz="4800" err="1"/>
              <a:t>PLayer</a:t>
            </a:r>
            <a:r>
              <a:rPr lang="en-US" sz="4800" dirty="0"/>
              <a:t> success by surface</a:t>
            </a:r>
          </a:p>
        </p:txBody>
      </p:sp>
      <p:pic>
        <p:nvPicPr>
          <p:cNvPr id="4" name="Content Placeholder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088A1F8D-2ACD-4C5A-805E-F206AAA401FC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6344705" y="285012"/>
            <a:ext cx="5504637" cy="633811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377AB61-1F23-0A35-7879-E4404ED450BC}"/>
              </a:ext>
            </a:extLst>
          </p:cNvPr>
          <p:cNvSpPr txBox="1"/>
          <p:nvPr/>
        </p:nvSpPr>
        <p:spPr>
          <a:xfrm>
            <a:off x="434454" y="2341211"/>
            <a:ext cx="5694218" cy="31700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Calibri"/>
              <a:buChar char="-"/>
            </a:pPr>
            <a:r>
              <a:rPr lang="en-US" sz="2000" dirty="0"/>
              <a:t>Highlighted top 20 performers and their most successful surface type by using color and labels in Tableau</a:t>
            </a:r>
          </a:p>
          <a:p>
            <a:pPr marL="285750" indent="-285750">
              <a:buFont typeface="Calibri"/>
              <a:buChar char="-"/>
            </a:pPr>
            <a:endParaRPr lang="en-US" sz="2000" dirty="0"/>
          </a:p>
          <a:p>
            <a:pPr marL="285750" indent="-285750">
              <a:buFont typeface="Calibri"/>
              <a:buChar char="-"/>
            </a:pPr>
            <a:r>
              <a:rPr lang="en-US" sz="2000" dirty="0">
                <a:ea typeface="+mn-lt"/>
                <a:cs typeface="+mn-lt"/>
              </a:rPr>
              <a:t>Federer R. had the most success on hard surface courts with 719 wins</a:t>
            </a:r>
          </a:p>
          <a:p>
            <a:pPr marL="285750" indent="-285750">
              <a:buFont typeface="Calibri"/>
              <a:buChar char="-"/>
            </a:pPr>
            <a:endParaRPr lang="en-US" sz="2000" dirty="0"/>
          </a:p>
          <a:p>
            <a:pPr marL="285750" indent="-285750">
              <a:buFont typeface="Calibri"/>
              <a:buChar char="-"/>
            </a:pPr>
            <a:r>
              <a:rPr lang="en-US" sz="2000" dirty="0">
                <a:ea typeface="+mn-lt"/>
                <a:cs typeface="+mn-lt"/>
              </a:rPr>
              <a:t>Rafael Nadal demonstrated exceptional dominance on clay courts, leading all players with 455 wins</a:t>
            </a:r>
          </a:p>
        </p:txBody>
      </p:sp>
    </p:spTree>
    <p:extLst>
      <p:ext uri="{BB962C8B-B14F-4D97-AF65-F5344CB8AC3E}">
        <p14:creationId xmlns:p14="http://schemas.microsoft.com/office/powerpoint/2010/main" val="36689249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D00DCB-BFD9-B16B-D6A4-9024532C11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411480"/>
            <a:ext cx="6678669" cy="1828800"/>
          </a:xfrm>
        </p:spPr>
        <p:txBody>
          <a:bodyPr>
            <a:normAutofit/>
          </a:bodyPr>
          <a:lstStyle/>
          <a:p>
            <a:r>
              <a:rPr lang="en-US" sz="4800" dirty="0"/>
              <a:t>Match intensity per surface</a:t>
            </a:r>
          </a:p>
        </p:txBody>
      </p:sp>
      <p:pic>
        <p:nvPicPr>
          <p:cNvPr id="5" name="Content Placeholder 4" descr="A screenshot of a graph&#10;&#10;AI-generated content may be incorrect.">
            <a:extLst>
              <a:ext uri="{FF2B5EF4-FFF2-40B4-BE49-F238E27FC236}">
                <a16:creationId xmlns:a16="http://schemas.microsoft.com/office/drawing/2014/main" id="{FE6D9B68-D22E-31F0-E2AB-49CA3AB90457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6658962" y="205400"/>
            <a:ext cx="5251435" cy="639497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8820719-29C7-FED9-B938-85F7EDE62D49}"/>
              </a:ext>
            </a:extLst>
          </p:cNvPr>
          <p:cNvSpPr txBox="1"/>
          <p:nvPr/>
        </p:nvSpPr>
        <p:spPr>
          <a:xfrm>
            <a:off x="431972" y="2601760"/>
            <a:ext cx="5805054" cy="310854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Calibri"/>
              <a:buChar char="-"/>
            </a:pPr>
            <a:r>
              <a:rPr lang="en-US" sz="2000" dirty="0">
                <a:ea typeface="+mn-lt"/>
                <a:cs typeface="+mn-lt"/>
              </a:rPr>
              <a:t>Used SQL to identify matches that required a third set as a signal for match intensity</a:t>
            </a:r>
            <a:endParaRPr lang="en-US" sz="2000" dirty="0"/>
          </a:p>
          <a:p>
            <a:pPr marL="285750" indent="-285750">
              <a:buFont typeface="Calibri"/>
              <a:buChar char="-"/>
            </a:pPr>
            <a:endParaRPr lang="en-US" sz="2000" dirty="0"/>
          </a:p>
          <a:p>
            <a:pPr marL="285750" indent="-285750">
              <a:buFont typeface="Calibri"/>
              <a:buChar char="-"/>
            </a:pPr>
            <a:r>
              <a:rPr lang="en-US" sz="2000" dirty="0">
                <a:ea typeface="+mn-lt"/>
                <a:cs typeface="+mn-lt"/>
              </a:rPr>
              <a:t>16,855 out of 36,216 hard-court matches required a third set</a:t>
            </a:r>
          </a:p>
          <a:p>
            <a:pPr marL="285750" indent="-285750">
              <a:buFont typeface="Calibri"/>
              <a:buChar char="-"/>
            </a:pPr>
            <a:endParaRPr lang="en-US" sz="2000" dirty="0"/>
          </a:p>
          <a:p>
            <a:pPr marL="285750" indent="-285750">
              <a:buFont typeface="Calibri"/>
              <a:buChar char="-"/>
            </a:pPr>
            <a:r>
              <a:rPr lang="en-US" sz="2000" dirty="0"/>
              <a:t>Only 599 games played on carpet had a 3rd set</a:t>
            </a:r>
          </a:p>
          <a:p>
            <a:pPr marL="285750" indent="-285750">
              <a:buFont typeface="Calibri"/>
              <a:buChar char="-"/>
            </a:pPr>
            <a:endParaRPr lang="en-US" dirty="0"/>
          </a:p>
          <a:p>
            <a:pPr marL="285750" indent="-285750">
              <a:buFont typeface="Calibri"/>
              <a:buChar char="-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38190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701298-1364-6EF7-1147-35113A243F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411480"/>
            <a:ext cx="5905296" cy="1828800"/>
          </a:xfrm>
        </p:spPr>
        <p:txBody>
          <a:bodyPr>
            <a:normAutofit fontScale="90000"/>
          </a:bodyPr>
          <a:lstStyle/>
          <a:p>
            <a:r>
              <a:rPr lang="en-US" sz="4800" dirty="0"/>
              <a:t>Player workload per surface</a:t>
            </a:r>
          </a:p>
        </p:txBody>
      </p:sp>
      <p:pic>
        <p:nvPicPr>
          <p:cNvPr id="4" name="Content Placeholder 3" descr="A computer screen shot of a computer code&#10;&#10;AI-generated content may be incorrect.">
            <a:extLst>
              <a:ext uri="{FF2B5EF4-FFF2-40B4-BE49-F238E27FC236}">
                <a16:creationId xmlns:a16="http://schemas.microsoft.com/office/drawing/2014/main" id="{959249CC-97EE-05B8-A782-38602518B4E7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6332642" y="1589512"/>
            <a:ext cx="5631122" cy="368361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5CE01EA-1930-9276-BCD7-0C8D1731A9C9}"/>
              </a:ext>
            </a:extLst>
          </p:cNvPr>
          <p:cNvSpPr txBox="1"/>
          <p:nvPr/>
        </p:nvSpPr>
        <p:spPr>
          <a:xfrm>
            <a:off x="430938" y="2411311"/>
            <a:ext cx="5791199" cy="403187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Calibri"/>
              <a:buChar char="-"/>
            </a:pPr>
            <a:r>
              <a:rPr lang="en-US" sz="2000" dirty="0">
                <a:ea typeface="+mn-lt"/>
                <a:cs typeface="+mn-lt"/>
              </a:rPr>
              <a:t>Created a CTE that unions player_1 and player_2 to account for total match participation per player</a:t>
            </a:r>
            <a:endParaRPr lang="en-US" sz="2000" dirty="0"/>
          </a:p>
          <a:p>
            <a:pPr marL="285750" indent="-285750">
              <a:buFont typeface="Calibri"/>
              <a:buChar char="-"/>
            </a:pPr>
            <a:endParaRPr lang="en-US" sz="2000" dirty="0"/>
          </a:p>
          <a:p>
            <a:pPr marL="285750" indent="-285750">
              <a:buFont typeface="Calibri"/>
              <a:buChar char="-"/>
            </a:pPr>
            <a:r>
              <a:rPr lang="en-US" sz="2000" dirty="0"/>
              <a:t>Referenced the CTE to find how many matches each player played on each surface type</a:t>
            </a:r>
          </a:p>
          <a:p>
            <a:pPr marL="285750" indent="-285750">
              <a:buFont typeface="Calibri"/>
              <a:buChar char="-"/>
            </a:pPr>
            <a:endParaRPr lang="en-US" sz="2000" dirty="0"/>
          </a:p>
          <a:p>
            <a:pPr marL="285750" indent="-285750">
              <a:buFont typeface="Calibri"/>
              <a:buChar char="-"/>
            </a:pPr>
            <a:r>
              <a:rPr lang="en-US" sz="2000" dirty="0">
                <a:ea typeface="+mn-lt"/>
                <a:cs typeface="+mn-lt"/>
              </a:rPr>
              <a:t>This approach ensures each match contributes equally to player workload regardless of match outcome</a:t>
            </a:r>
            <a:endParaRPr lang="en-US" sz="2000" dirty="0"/>
          </a:p>
          <a:p>
            <a:pPr marL="285750" indent="-285750">
              <a:buFont typeface="Calibri"/>
              <a:buChar char="-"/>
            </a:pPr>
            <a:endParaRPr lang="en-US" dirty="0"/>
          </a:p>
          <a:p>
            <a:pPr marL="285750" indent="-285750">
              <a:buFont typeface="Calibri"/>
              <a:buChar char="-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07759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64B35F-196D-C0A9-A70B-586F5AC0A0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INSIGHTS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916326-AA67-C730-1B0D-71D4EA5ADE55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28983" y="1718026"/>
            <a:ext cx="11046737" cy="4734499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b="1">
                <a:ea typeface="+mn-lt"/>
                <a:cs typeface="+mn-lt"/>
              </a:rPr>
              <a:t> Surface Distribution</a:t>
            </a:r>
            <a:endParaRPr lang="en-US"/>
          </a:p>
          <a:p>
            <a:pPr marL="0" indent="0">
              <a:buNone/>
            </a:pPr>
            <a:r>
              <a:rPr lang="en-US">
                <a:ea typeface="+mn-lt"/>
                <a:cs typeface="+mn-lt"/>
              </a:rPr>
              <a:t>Hard courts account for the majority of ATP matches, followed by clay and grass, reflecting both tournament scheduling and surface availability on tour.</a:t>
            </a:r>
            <a:endParaRPr lang="en-US"/>
          </a:p>
          <a:p>
            <a:pPr marL="0" indent="0">
              <a:buNone/>
            </a:pPr>
            <a:r>
              <a:rPr lang="en-US" b="1">
                <a:ea typeface="+mn-lt"/>
                <a:cs typeface="+mn-lt"/>
              </a:rPr>
              <a:t>2.      Player Specialization</a:t>
            </a:r>
            <a:endParaRPr lang="en-US"/>
          </a:p>
          <a:p>
            <a:pPr marL="0" indent="0">
              <a:buNone/>
            </a:pPr>
            <a:r>
              <a:rPr lang="en-US">
                <a:ea typeface="+mn-lt"/>
                <a:cs typeface="+mn-lt"/>
              </a:rPr>
              <a:t>Player performance varies significantly by surface, with certain players demonstrating clear surface specialization rather than uniform success across all surfaces.</a:t>
            </a:r>
            <a:endParaRPr lang="en-US"/>
          </a:p>
          <a:p>
            <a:pPr marL="0" indent="0">
              <a:buNone/>
            </a:pPr>
            <a:r>
              <a:rPr lang="en-US" b="1">
                <a:ea typeface="+mn-lt"/>
                <a:cs typeface="+mn-lt"/>
              </a:rPr>
              <a:t>3.      Match Intensity</a:t>
            </a:r>
            <a:endParaRPr lang="en-US"/>
          </a:p>
          <a:p>
            <a:pPr marL="0" indent="0">
              <a:buNone/>
            </a:pPr>
            <a:r>
              <a:rPr lang="en-US">
                <a:ea typeface="+mn-lt"/>
                <a:cs typeface="+mn-lt"/>
              </a:rPr>
              <a:t>Clay-court matches show a higher likelihood of extending to a third set, suggesting longer rallies and increased endurance demands compared to faster surfaces.</a:t>
            </a:r>
            <a:endParaRPr lang="en-US"/>
          </a:p>
          <a:p>
            <a:pPr marL="0" indent="0">
              <a:buNone/>
            </a:pPr>
            <a:r>
              <a:rPr lang="en-US" b="1">
                <a:ea typeface="+mn-lt"/>
                <a:cs typeface="+mn-lt"/>
              </a:rPr>
              <a:t>4.      Player Workload</a:t>
            </a:r>
            <a:endParaRPr lang="en-US"/>
          </a:p>
          <a:p>
            <a:pPr marL="0" indent="0">
              <a:buNone/>
            </a:pPr>
            <a:r>
              <a:rPr lang="en-US">
                <a:ea typeface="+mn-lt"/>
                <a:cs typeface="+mn-lt"/>
              </a:rPr>
              <a:t>Players accumulate substantially more matches on hard courts, while select players show concentrated participation on specific surfaces, reinforcing strategic surface preferences.</a:t>
            </a:r>
          </a:p>
          <a:p>
            <a:endParaRPr lang="en-US">
              <a:ea typeface="+mn-lt"/>
              <a:cs typeface="+mn-lt"/>
            </a:endParaRPr>
          </a:p>
          <a:p>
            <a:endParaRPr lang="en-US" sz="2000"/>
          </a:p>
          <a:p>
            <a:endParaRPr lang="en-US"/>
          </a:p>
          <a:p>
            <a:pPr marL="0" indent="0">
              <a:buNone/>
            </a:pPr>
            <a:endParaRPr lang="en-US"/>
          </a:p>
        </p:txBody>
      </p:sp>
      <p:pic>
        <p:nvPicPr>
          <p:cNvPr id="4" name="Picture 3" descr="Data Insights: What They Are and Modern ...">
            <a:extLst>
              <a:ext uri="{FF2B5EF4-FFF2-40B4-BE49-F238E27FC236}">
                <a16:creationId xmlns:a16="http://schemas.microsoft.com/office/drawing/2014/main" id="{3518F5FB-97F8-C206-8298-8E6EC2B991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76343" y="214596"/>
            <a:ext cx="2619375" cy="1743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7602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D42E5A-A761-4918-CACD-7F6A99152D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 dirty="0"/>
              <a:t>LIMITATIONS AND NEXT STEPS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FD190A-014A-1DD1-3668-A30F35EA095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28983" y="1331339"/>
            <a:ext cx="6179036" cy="5121185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342900" indent="-342900">
              <a:buFont typeface="Calibri"/>
              <a:buChar char="-"/>
            </a:pPr>
            <a:r>
              <a:rPr lang="en-US" sz="2400">
                <a:ea typeface="+mn-lt"/>
                <a:cs typeface="+mn-lt"/>
              </a:rPr>
              <a:t>Carpet matches represent a small sample size and may limit generalizability</a:t>
            </a:r>
            <a:endParaRPr lang="en-US" sz="2400"/>
          </a:p>
          <a:p>
            <a:pPr>
              <a:buFont typeface="Calibri"/>
              <a:buChar char="-"/>
            </a:pPr>
            <a:r>
              <a:rPr lang="en-US" sz="2400">
                <a:ea typeface="+mn-lt"/>
                <a:cs typeface="+mn-lt"/>
              </a:rPr>
              <a:t>Match intensity measured only by third-set frequency</a:t>
            </a:r>
            <a:endParaRPr lang="en-US" sz="2400"/>
          </a:p>
          <a:p>
            <a:pPr>
              <a:buFont typeface="Calibri"/>
              <a:buChar char="-"/>
            </a:pPr>
            <a:r>
              <a:rPr lang="en-US" sz="2400">
                <a:ea typeface="+mn-lt"/>
                <a:cs typeface="+mn-lt"/>
              </a:rPr>
              <a:t>Future analysis could include win percentage by surface or average games per match</a:t>
            </a:r>
            <a:endParaRPr lang="en-US" sz="2400"/>
          </a:p>
          <a:p>
            <a:pPr>
              <a:buFont typeface="Calibri"/>
              <a:buChar char="-"/>
            </a:pPr>
            <a:endParaRPr lang="en-US"/>
          </a:p>
        </p:txBody>
      </p:sp>
      <p:pic>
        <p:nvPicPr>
          <p:cNvPr id="4" name="Picture 3" descr="A chalkboard with a person walking up the stairs&#10;&#10;AI-generated content may be incorrect.">
            <a:extLst>
              <a:ext uri="{FF2B5EF4-FFF2-40B4-BE49-F238E27FC236}">
                <a16:creationId xmlns:a16="http://schemas.microsoft.com/office/drawing/2014/main" id="{AE0DDD37-3D88-890E-B975-A5DF601092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35836" y="1579373"/>
            <a:ext cx="5030478" cy="37106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182163"/>
      </p:ext>
    </p:extLst>
  </p:cSld>
  <p:clrMapOvr>
    <a:masterClrMapping/>
  </p:clrMapOvr>
</p:sld>
</file>

<file path=ppt/theme/theme1.xml><?xml version="1.0" encoding="utf-8"?>
<a:theme xmlns:a="http://schemas.openxmlformats.org/drawingml/2006/main" name="Oasis">
  <a:themeElements>
    <a:clrScheme name="Oasis">
      <a:dk1>
        <a:srgbClr val="131313"/>
      </a:dk1>
      <a:lt1>
        <a:sysClr val="window" lastClr="FFFFFF"/>
      </a:lt1>
      <a:dk2>
        <a:srgbClr val="2D2A27"/>
      </a:dk2>
      <a:lt2>
        <a:srgbClr val="F0EBE6"/>
      </a:lt2>
      <a:accent1>
        <a:srgbClr val="9F7667"/>
      </a:accent1>
      <a:accent2>
        <a:srgbClr val="BE8856"/>
      </a:accent2>
      <a:accent3>
        <a:srgbClr val="BD9075"/>
      </a:accent3>
      <a:accent4>
        <a:srgbClr val="939081"/>
      </a:accent4>
      <a:accent5>
        <a:srgbClr val="A16D4C"/>
      </a:accent5>
      <a:accent6>
        <a:srgbClr val="8C8662"/>
      </a:accent6>
      <a:hlink>
        <a:srgbClr val="A57361"/>
      </a:hlink>
      <a:folHlink>
        <a:srgbClr val="8C8662"/>
      </a:folHlink>
    </a:clrScheme>
    <a:fontScheme name="Oasis Font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asis" id="{F87D57D1-6595-40EA-BD1E-F0C34D0EF910}" vid="{ECA7DBCD-4BC8-40F2-8EF4-7A6D942FA19B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9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Oasis</vt:lpstr>
      <vt:lpstr>ATP Tennis analysis  by india flores</vt:lpstr>
      <vt:lpstr>objectives</vt:lpstr>
      <vt:lpstr>ABOUT THE DATA</vt:lpstr>
      <vt:lpstr>TOTAL MATCHES PER SURFACE</vt:lpstr>
      <vt:lpstr>PLayer success by surface</vt:lpstr>
      <vt:lpstr>Match intensity per surface</vt:lpstr>
      <vt:lpstr>Player workload per surface</vt:lpstr>
      <vt:lpstr>INSIGHTS</vt:lpstr>
      <vt:lpstr>LIMITATIONS AND NEXT STEPS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363</cp:revision>
  <dcterms:created xsi:type="dcterms:W3CDTF">2025-12-17T19:14:10Z</dcterms:created>
  <dcterms:modified xsi:type="dcterms:W3CDTF">2025-12-24T18:37:22Z</dcterms:modified>
</cp:coreProperties>
</file>